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775" r:id="rId1"/>
  </p:sldMasterIdLst>
  <p:notesMasterIdLst>
    <p:notesMasterId r:id="rId12"/>
  </p:notesMasterIdLst>
  <p:sldIdLst>
    <p:sldId id="256" r:id="rId2"/>
    <p:sldId id="714" r:id="rId3"/>
    <p:sldId id="715" r:id="rId4"/>
    <p:sldId id="716" r:id="rId5"/>
    <p:sldId id="717" r:id="rId6"/>
    <p:sldId id="713" r:id="rId7"/>
    <p:sldId id="718" r:id="rId8"/>
    <p:sldId id="719" r:id="rId9"/>
    <p:sldId id="721" r:id="rId10"/>
    <p:sldId id="30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A6AC2B-721D-4371-BE03-102DFF712A8D}" v="3" dt="2025-12-04T13:48:08.7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77" d="100"/>
          <a:sy n="77" d="100"/>
        </p:scale>
        <p:origin x="802"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sh Shyamal" userId="4a5da0de2d1cc651" providerId="LiveId" clId="{B86C20A1-9D7E-407C-9C46-A5194C98A477}"/>
    <pc:docChg chg="undo custSel modSld">
      <pc:chgData name="Ankush Shyamal" userId="4a5da0de2d1cc651" providerId="LiveId" clId="{B86C20A1-9D7E-407C-9C46-A5194C98A477}" dt="2025-12-04T14:02:27.999" v="139" actId="14100"/>
      <pc:docMkLst>
        <pc:docMk/>
      </pc:docMkLst>
      <pc:sldChg chg="modSp mod">
        <pc:chgData name="Ankush Shyamal" userId="4a5da0de2d1cc651" providerId="LiveId" clId="{B86C20A1-9D7E-407C-9C46-A5194C98A477}" dt="2025-12-04T13:37:55.843" v="9" actId="1076"/>
        <pc:sldMkLst>
          <pc:docMk/>
          <pc:sldMk cId="1024334718" sldId="256"/>
        </pc:sldMkLst>
        <pc:spChg chg="mod">
          <ac:chgData name="Ankush Shyamal" userId="4a5da0de2d1cc651" providerId="LiveId" clId="{B86C20A1-9D7E-407C-9C46-A5194C98A477}" dt="2025-12-04T13:37:55.843" v="9" actId="1076"/>
          <ac:spMkLst>
            <pc:docMk/>
            <pc:sldMk cId="1024334718" sldId="256"/>
            <ac:spMk id="3" creationId="{8FEE8E55-0637-1A6F-4135-4949FB415449}"/>
          </ac:spMkLst>
        </pc:spChg>
      </pc:sldChg>
      <pc:sldChg chg="modSp mod">
        <pc:chgData name="Ankush Shyamal" userId="4a5da0de2d1cc651" providerId="LiveId" clId="{B86C20A1-9D7E-407C-9C46-A5194C98A477}" dt="2025-12-04T14:00:49.612" v="131" actId="14100"/>
        <pc:sldMkLst>
          <pc:docMk/>
          <pc:sldMk cId="1241283018" sldId="715"/>
        </pc:sldMkLst>
        <pc:graphicFrameChg chg="modGraphic">
          <ac:chgData name="Ankush Shyamal" userId="4a5da0de2d1cc651" providerId="LiveId" clId="{B86C20A1-9D7E-407C-9C46-A5194C98A477}" dt="2025-12-04T14:00:49.612" v="131" actId="14100"/>
          <ac:graphicFrameMkLst>
            <pc:docMk/>
            <pc:sldMk cId="1241283018" sldId="715"/>
            <ac:graphicFrameMk id="6" creationId="{0F933076-97FC-D8E0-3F96-BDDC95AD8538}"/>
          </ac:graphicFrameMkLst>
        </pc:graphicFrameChg>
        <pc:picChg chg="mod">
          <ac:chgData name="Ankush Shyamal" userId="4a5da0de2d1cc651" providerId="LiveId" clId="{B86C20A1-9D7E-407C-9C46-A5194C98A477}" dt="2025-12-04T13:39:07.836" v="10" actId="1440"/>
          <ac:picMkLst>
            <pc:docMk/>
            <pc:sldMk cId="1241283018" sldId="715"/>
            <ac:picMk id="5" creationId="{6A1E6C36-C2BD-B95C-0240-DFCE035B792F}"/>
          </ac:picMkLst>
        </pc:picChg>
      </pc:sldChg>
      <pc:sldChg chg="modSp mod">
        <pc:chgData name="Ankush Shyamal" userId="4a5da0de2d1cc651" providerId="LiveId" clId="{B86C20A1-9D7E-407C-9C46-A5194C98A477}" dt="2025-12-04T14:01:16.802" v="133" actId="1036"/>
        <pc:sldMkLst>
          <pc:docMk/>
          <pc:sldMk cId="1331974464" sldId="716"/>
        </pc:sldMkLst>
        <pc:spChg chg="mod">
          <ac:chgData name="Ankush Shyamal" userId="4a5da0de2d1cc651" providerId="LiveId" clId="{B86C20A1-9D7E-407C-9C46-A5194C98A477}" dt="2025-12-04T13:42:01.641" v="103" actId="207"/>
          <ac:spMkLst>
            <pc:docMk/>
            <pc:sldMk cId="1331974464" sldId="716"/>
            <ac:spMk id="15" creationId="{BA20D4BA-BF0A-A687-6CED-4FABA3F04572}"/>
          </ac:spMkLst>
        </pc:spChg>
        <pc:graphicFrameChg chg="mod modGraphic">
          <ac:chgData name="Ankush Shyamal" userId="4a5da0de2d1cc651" providerId="LiveId" clId="{B86C20A1-9D7E-407C-9C46-A5194C98A477}" dt="2025-12-04T14:01:16.802" v="133" actId="1036"/>
          <ac:graphicFrameMkLst>
            <pc:docMk/>
            <pc:sldMk cId="1331974464" sldId="716"/>
            <ac:graphicFrameMk id="6" creationId="{B112FE9D-D30D-A5D0-BDFF-23214674D08B}"/>
          </ac:graphicFrameMkLst>
        </pc:graphicFrameChg>
        <pc:picChg chg="mod">
          <ac:chgData name="Ankush Shyamal" userId="4a5da0de2d1cc651" providerId="LiveId" clId="{B86C20A1-9D7E-407C-9C46-A5194C98A477}" dt="2025-12-04T13:40:38.455" v="62" actId="1440"/>
          <ac:picMkLst>
            <pc:docMk/>
            <pc:sldMk cId="1331974464" sldId="716"/>
            <ac:picMk id="3" creationId="{329DCB8D-908D-DB44-2EDB-02BE0537A7AC}"/>
          </ac:picMkLst>
        </pc:picChg>
      </pc:sldChg>
      <pc:sldChg chg="modSp mod">
        <pc:chgData name="Ankush Shyamal" userId="4a5da0de2d1cc651" providerId="LiveId" clId="{B86C20A1-9D7E-407C-9C46-A5194C98A477}" dt="2025-12-04T14:01:33.397" v="136" actId="1036"/>
        <pc:sldMkLst>
          <pc:docMk/>
          <pc:sldMk cId="1085640074" sldId="717"/>
        </pc:sldMkLst>
        <pc:spChg chg="mod">
          <ac:chgData name="Ankush Shyamal" userId="4a5da0de2d1cc651" providerId="LiveId" clId="{B86C20A1-9D7E-407C-9C46-A5194C98A477}" dt="2025-12-04T13:43:02.107" v="106" actId="115"/>
          <ac:spMkLst>
            <pc:docMk/>
            <pc:sldMk cId="1085640074" sldId="717"/>
            <ac:spMk id="5" creationId="{E1CD71F4-A052-ECBE-B262-80E5AC2660E2}"/>
          </ac:spMkLst>
        </pc:spChg>
        <pc:graphicFrameChg chg="mod modGraphic">
          <ac:chgData name="Ankush Shyamal" userId="4a5da0de2d1cc651" providerId="LiveId" clId="{B86C20A1-9D7E-407C-9C46-A5194C98A477}" dt="2025-12-04T14:01:33.397" v="136" actId="1036"/>
          <ac:graphicFrameMkLst>
            <pc:docMk/>
            <pc:sldMk cId="1085640074" sldId="717"/>
            <ac:graphicFrameMk id="6" creationId="{98A969C4-C663-E0DF-9728-0183BE7ED9BB}"/>
          </ac:graphicFrameMkLst>
        </pc:graphicFrameChg>
      </pc:sldChg>
      <pc:sldChg chg="modSp mod">
        <pc:chgData name="Ankush Shyamal" userId="4a5da0de2d1cc651" providerId="LiveId" clId="{B86C20A1-9D7E-407C-9C46-A5194C98A477}" dt="2025-12-04T14:02:12.755" v="138" actId="14100"/>
        <pc:sldMkLst>
          <pc:docMk/>
          <pc:sldMk cId="1097350028" sldId="719"/>
        </pc:sldMkLst>
        <pc:spChg chg="mod">
          <ac:chgData name="Ankush Shyamal" userId="4a5da0de2d1cc651" providerId="LiveId" clId="{B86C20A1-9D7E-407C-9C46-A5194C98A477}" dt="2025-12-04T14:02:12.755" v="138" actId="14100"/>
          <ac:spMkLst>
            <pc:docMk/>
            <pc:sldMk cId="1097350028" sldId="719"/>
            <ac:spMk id="4" creationId="{E7ECEAB2-47AC-7E64-A70B-1DDC420E368A}"/>
          </ac:spMkLst>
        </pc:spChg>
      </pc:sldChg>
      <pc:sldChg chg="modSp mod">
        <pc:chgData name="Ankush Shyamal" userId="4a5da0de2d1cc651" providerId="LiveId" clId="{B86C20A1-9D7E-407C-9C46-A5194C98A477}" dt="2025-12-04T14:02:27.999" v="139" actId="14100"/>
        <pc:sldMkLst>
          <pc:docMk/>
          <pc:sldMk cId="460909068" sldId="721"/>
        </pc:sldMkLst>
        <pc:spChg chg="mod">
          <ac:chgData name="Ankush Shyamal" userId="4a5da0de2d1cc651" providerId="LiveId" clId="{B86C20A1-9D7E-407C-9C46-A5194C98A477}" dt="2025-12-04T13:48:37.936" v="118" actId="20577"/>
          <ac:spMkLst>
            <pc:docMk/>
            <pc:sldMk cId="460909068" sldId="721"/>
            <ac:spMk id="2" creationId="{66214567-C6EF-74C1-80EB-98D5F49D39FA}"/>
          </ac:spMkLst>
        </pc:spChg>
        <pc:spChg chg="mod">
          <ac:chgData name="Ankush Shyamal" userId="4a5da0de2d1cc651" providerId="LiveId" clId="{B86C20A1-9D7E-407C-9C46-A5194C98A477}" dt="2025-12-04T13:49:08.321" v="129" actId="20577"/>
          <ac:spMkLst>
            <pc:docMk/>
            <pc:sldMk cId="460909068" sldId="721"/>
            <ac:spMk id="7" creationId="{9841A2A3-C7A7-2DC1-3190-52E8AEAFAC15}"/>
          </ac:spMkLst>
        </pc:spChg>
        <pc:graphicFrameChg chg="modGraphic">
          <ac:chgData name="Ankush Shyamal" userId="4a5da0de2d1cc651" providerId="LiveId" clId="{B86C20A1-9D7E-407C-9C46-A5194C98A477}" dt="2025-12-04T14:02:27.999" v="139" actId="14100"/>
          <ac:graphicFrameMkLst>
            <pc:docMk/>
            <pc:sldMk cId="460909068" sldId="721"/>
            <ac:graphicFrameMk id="6" creationId="{6983A31D-D102-01C7-3CDD-F65AC93996AC}"/>
          </ac:graphicFrameMkLst>
        </pc:graphicFrame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 Id="rId4" Type="http://schemas.openxmlformats.org/officeDocument/2006/relationships/image" Target="../media/image10.jp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 Id="rId4" Type="http://schemas.openxmlformats.org/officeDocument/2006/relationships/image" Target="../media/image10.jpg"/></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12226A-92FE-4480-8FE0-A0BD34C56704}" type="doc">
      <dgm:prSet loTypeId="urn:microsoft.com/office/officeart/2005/8/layout/cycle6" loCatId="cycle" qsTypeId="urn:microsoft.com/office/officeart/2005/8/quickstyle/3d5" qsCatId="3D" csTypeId="urn:microsoft.com/office/officeart/2005/8/colors/accent5_2" csCatId="accent5" phldr="1"/>
      <dgm:spPr/>
      <dgm:t>
        <a:bodyPr/>
        <a:lstStyle/>
        <a:p>
          <a:endParaRPr lang="en-IN"/>
        </a:p>
      </dgm:t>
    </dgm:pt>
    <dgm:pt modelId="{97376A38-5C41-40F2-B6A6-4E25B8D0883B}">
      <dgm:prSet phldrT="[Text]" phldr="0"/>
      <dgm:spPr/>
      <dgm:t>
        <a:bodyPr/>
        <a:lstStyle/>
        <a:p>
          <a:r>
            <a:rPr lang="en-IN" dirty="0"/>
            <a:t>Load Data </a:t>
          </a:r>
        </a:p>
      </dgm:t>
    </dgm:pt>
    <dgm:pt modelId="{4F1C821C-662E-4399-9031-3D63F836AC58}" type="parTrans" cxnId="{4B11E401-F16E-4561-A236-D306B71909EF}">
      <dgm:prSet/>
      <dgm:spPr/>
      <dgm:t>
        <a:bodyPr/>
        <a:lstStyle/>
        <a:p>
          <a:endParaRPr lang="en-IN"/>
        </a:p>
      </dgm:t>
    </dgm:pt>
    <dgm:pt modelId="{0464C6CF-4B20-4E21-B2CD-EE2F8AB0DDAC}" type="sibTrans" cxnId="{4B11E401-F16E-4561-A236-D306B71909EF}">
      <dgm:prSet/>
      <dgm:spPr/>
      <dgm:t>
        <a:bodyPr/>
        <a:lstStyle/>
        <a:p>
          <a:endParaRPr lang="en-IN"/>
        </a:p>
      </dgm:t>
    </dgm:pt>
    <dgm:pt modelId="{53BC6628-C45B-4001-855F-57BA02E34ADA}">
      <dgm:prSet phldrT="[Text]" phldr="0"/>
      <dgm:spPr/>
      <dgm:t>
        <a:bodyPr/>
        <a:lstStyle/>
        <a:p>
          <a:r>
            <a:rPr lang="en-IN" dirty="0"/>
            <a:t>Data Overview</a:t>
          </a:r>
        </a:p>
      </dgm:t>
    </dgm:pt>
    <dgm:pt modelId="{D77CC71A-F348-4DD5-BD4F-951CEB78776E}" type="parTrans" cxnId="{07F7D380-BB0E-4815-9511-46D4684DE288}">
      <dgm:prSet/>
      <dgm:spPr/>
      <dgm:t>
        <a:bodyPr/>
        <a:lstStyle/>
        <a:p>
          <a:endParaRPr lang="en-IN"/>
        </a:p>
      </dgm:t>
    </dgm:pt>
    <dgm:pt modelId="{AA26A56D-7C3D-43FE-9BA2-1BABB735270C}" type="sibTrans" cxnId="{07F7D380-BB0E-4815-9511-46D4684DE288}">
      <dgm:prSet/>
      <dgm:spPr/>
      <dgm:t>
        <a:bodyPr/>
        <a:lstStyle/>
        <a:p>
          <a:endParaRPr lang="en-IN"/>
        </a:p>
      </dgm:t>
    </dgm:pt>
    <dgm:pt modelId="{E4851013-AEEC-4342-B46E-03695E403359}">
      <dgm:prSet phldrT="[Text]" phldr="0"/>
      <dgm:spPr/>
      <dgm:t>
        <a:bodyPr/>
        <a:lstStyle/>
        <a:p>
          <a:r>
            <a:rPr lang="en-IN" dirty="0"/>
            <a:t>Exploratory Data Analysis</a:t>
          </a:r>
        </a:p>
      </dgm:t>
    </dgm:pt>
    <dgm:pt modelId="{04A0C93A-4DC8-49C5-8C53-A4F62C32F283}" type="parTrans" cxnId="{E09BCE97-6E02-4AFE-B1A1-372655B2733F}">
      <dgm:prSet/>
      <dgm:spPr/>
      <dgm:t>
        <a:bodyPr/>
        <a:lstStyle/>
        <a:p>
          <a:endParaRPr lang="en-IN"/>
        </a:p>
      </dgm:t>
    </dgm:pt>
    <dgm:pt modelId="{13E96DC9-7A5F-40D8-9C07-3F5D83D10D78}" type="sibTrans" cxnId="{E09BCE97-6E02-4AFE-B1A1-372655B2733F}">
      <dgm:prSet/>
      <dgm:spPr/>
      <dgm:t>
        <a:bodyPr/>
        <a:lstStyle/>
        <a:p>
          <a:endParaRPr lang="en-IN"/>
        </a:p>
      </dgm:t>
    </dgm:pt>
    <dgm:pt modelId="{C4FD5D27-A7BA-4E7E-840F-FE54A817A8F9}">
      <dgm:prSet phldrT="[Text]" phldr="0"/>
      <dgm:spPr/>
      <dgm:t>
        <a:bodyPr/>
        <a:lstStyle/>
        <a:p>
          <a:r>
            <a:rPr lang="en-IN" dirty="0"/>
            <a:t>Data Preprocessing &amp; Feature Engineering</a:t>
          </a:r>
        </a:p>
      </dgm:t>
    </dgm:pt>
    <dgm:pt modelId="{82D1C5CE-0EB1-4510-B9C6-64A33F9300D7}" type="parTrans" cxnId="{2E4B7DF7-2DAA-48F9-8665-2F3D0D90B1FD}">
      <dgm:prSet/>
      <dgm:spPr/>
      <dgm:t>
        <a:bodyPr/>
        <a:lstStyle/>
        <a:p>
          <a:endParaRPr lang="en-IN"/>
        </a:p>
      </dgm:t>
    </dgm:pt>
    <dgm:pt modelId="{C3C5FE9C-6969-459A-8F63-74D9B5597B6C}" type="sibTrans" cxnId="{2E4B7DF7-2DAA-48F9-8665-2F3D0D90B1FD}">
      <dgm:prSet/>
      <dgm:spPr/>
      <dgm:t>
        <a:bodyPr/>
        <a:lstStyle/>
        <a:p>
          <a:endParaRPr lang="en-IN"/>
        </a:p>
      </dgm:t>
    </dgm:pt>
    <dgm:pt modelId="{84EBEE74-8718-4724-B10E-B661C7A48A3D}">
      <dgm:prSet/>
      <dgm:spPr/>
      <dgm:t>
        <a:bodyPr/>
        <a:lstStyle/>
        <a:p>
          <a:r>
            <a:rPr lang="en-IN" dirty="0"/>
            <a:t>Model Building &amp; Comparison</a:t>
          </a:r>
        </a:p>
      </dgm:t>
    </dgm:pt>
    <dgm:pt modelId="{57B71999-C59E-4A7F-AF85-941B7CF47304}" type="parTrans" cxnId="{BE14644A-36A3-4740-98E2-DEF22F1A7277}">
      <dgm:prSet/>
      <dgm:spPr/>
      <dgm:t>
        <a:bodyPr/>
        <a:lstStyle/>
        <a:p>
          <a:endParaRPr lang="en-IN"/>
        </a:p>
      </dgm:t>
    </dgm:pt>
    <dgm:pt modelId="{C7E2898D-E6CC-4AD4-ADC9-19B2C1509508}" type="sibTrans" cxnId="{BE14644A-36A3-4740-98E2-DEF22F1A7277}">
      <dgm:prSet/>
      <dgm:spPr/>
      <dgm:t>
        <a:bodyPr/>
        <a:lstStyle/>
        <a:p>
          <a:endParaRPr lang="en-IN"/>
        </a:p>
      </dgm:t>
    </dgm:pt>
    <dgm:pt modelId="{F0667CFD-43FA-4BD7-950B-0DDA3E3BA388}">
      <dgm:prSet phldrT="[Text]"/>
      <dgm:spPr/>
      <dgm:t>
        <a:bodyPr/>
        <a:lstStyle/>
        <a:p>
          <a:r>
            <a:rPr lang="en-IN" dirty="0"/>
            <a:t>E-Commerce Product Delivery Prediction</a:t>
          </a:r>
        </a:p>
      </dgm:t>
    </dgm:pt>
    <dgm:pt modelId="{B65EB2A5-2FC9-4337-99C8-AEA67516E281}" type="sibTrans" cxnId="{83BD1836-AB86-4C44-8312-C98CA7C040A5}">
      <dgm:prSet/>
      <dgm:spPr/>
      <dgm:t>
        <a:bodyPr/>
        <a:lstStyle/>
        <a:p>
          <a:endParaRPr lang="en-IN"/>
        </a:p>
      </dgm:t>
    </dgm:pt>
    <dgm:pt modelId="{6DE635A6-DC20-4C4F-8186-5798FE8C56A0}" type="parTrans" cxnId="{83BD1836-AB86-4C44-8312-C98CA7C040A5}">
      <dgm:prSet/>
      <dgm:spPr/>
      <dgm:t>
        <a:bodyPr/>
        <a:lstStyle/>
        <a:p>
          <a:endParaRPr lang="en-IN"/>
        </a:p>
      </dgm:t>
    </dgm:pt>
    <dgm:pt modelId="{2ECBED4E-76CD-467D-8622-E66FB9EEF0CE}" type="pres">
      <dgm:prSet presAssocID="{CC12226A-92FE-4480-8FE0-A0BD34C56704}" presName="cycle" presStyleCnt="0">
        <dgm:presLayoutVars>
          <dgm:dir/>
          <dgm:resizeHandles val="exact"/>
        </dgm:presLayoutVars>
      </dgm:prSet>
      <dgm:spPr/>
    </dgm:pt>
    <dgm:pt modelId="{4E53C3C6-87C8-4DC3-8CF3-E70B7063BACF}" type="pres">
      <dgm:prSet presAssocID="{F0667CFD-43FA-4BD7-950B-0DDA3E3BA388}" presName="node" presStyleLbl="node1" presStyleIdx="0" presStyleCnt="6">
        <dgm:presLayoutVars>
          <dgm:bulletEnabled val="1"/>
        </dgm:presLayoutVars>
      </dgm:prSet>
      <dgm:spPr/>
    </dgm:pt>
    <dgm:pt modelId="{D18D1E6A-2494-46C9-A318-7FAB6C221CB8}" type="pres">
      <dgm:prSet presAssocID="{F0667CFD-43FA-4BD7-950B-0DDA3E3BA388}" presName="spNode" presStyleCnt="0"/>
      <dgm:spPr/>
    </dgm:pt>
    <dgm:pt modelId="{29E22AB1-CE71-43A0-AF6B-E7C0372C79CF}" type="pres">
      <dgm:prSet presAssocID="{B65EB2A5-2FC9-4337-99C8-AEA67516E281}" presName="sibTrans" presStyleLbl="sibTrans1D1" presStyleIdx="0" presStyleCnt="6"/>
      <dgm:spPr/>
    </dgm:pt>
    <dgm:pt modelId="{2E277029-42DF-4AB3-A3AF-825C02FFB80A}" type="pres">
      <dgm:prSet presAssocID="{97376A38-5C41-40F2-B6A6-4E25B8D0883B}" presName="node" presStyleLbl="node1" presStyleIdx="1" presStyleCnt="6">
        <dgm:presLayoutVars>
          <dgm:bulletEnabled val="1"/>
        </dgm:presLayoutVars>
      </dgm:prSet>
      <dgm:spPr/>
    </dgm:pt>
    <dgm:pt modelId="{7445867E-274C-4E10-AA3D-590DBED3160A}" type="pres">
      <dgm:prSet presAssocID="{97376A38-5C41-40F2-B6A6-4E25B8D0883B}" presName="spNode" presStyleCnt="0"/>
      <dgm:spPr/>
    </dgm:pt>
    <dgm:pt modelId="{B5962BD6-BF7A-4F3E-B346-A0411097E32B}" type="pres">
      <dgm:prSet presAssocID="{0464C6CF-4B20-4E21-B2CD-EE2F8AB0DDAC}" presName="sibTrans" presStyleLbl="sibTrans1D1" presStyleIdx="1" presStyleCnt="6"/>
      <dgm:spPr/>
    </dgm:pt>
    <dgm:pt modelId="{BFC817D1-5839-476B-BCE5-333C181C7B2E}" type="pres">
      <dgm:prSet presAssocID="{53BC6628-C45B-4001-855F-57BA02E34ADA}" presName="node" presStyleLbl="node1" presStyleIdx="2" presStyleCnt="6">
        <dgm:presLayoutVars>
          <dgm:bulletEnabled val="1"/>
        </dgm:presLayoutVars>
      </dgm:prSet>
      <dgm:spPr/>
    </dgm:pt>
    <dgm:pt modelId="{25D4A9C1-9B41-4884-A111-758951DA5112}" type="pres">
      <dgm:prSet presAssocID="{53BC6628-C45B-4001-855F-57BA02E34ADA}" presName="spNode" presStyleCnt="0"/>
      <dgm:spPr/>
    </dgm:pt>
    <dgm:pt modelId="{2796DDE8-B54A-48E9-BAB2-76A6B0468C45}" type="pres">
      <dgm:prSet presAssocID="{AA26A56D-7C3D-43FE-9BA2-1BABB735270C}" presName="sibTrans" presStyleLbl="sibTrans1D1" presStyleIdx="2" presStyleCnt="6"/>
      <dgm:spPr/>
    </dgm:pt>
    <dgm:pt modelId="{BD40065C-B86C-4E69-A252-E984E2212E22}" type="pres">
      <dgm:prSet presAssocID="{E4851013-AEEC-4342-B46E-03695E403359}" presName="node" presStyleLbl="node1" presStyleIdx="3" presStyleCnt="6">
        <dgm:presLayoutVars>
          <dgm:bulletEnabled val="1"/>
        </dgm:presLayoutVars>
      </dgm:prSet>
      <dgm:spPr/>
    </dgm:pt>
    <dgm:pt modelId="{88872FF3-0E82-4C86-8D89-064F517B1AD6}" type="pres">
      <dgm:prSet presAssocID="{E4851013-AEEC-4342-B46E-03695E403359}" presName="spNode" presStyleCnt="0"/>
      <dgm:spPr/>
    </dgm:pt>
    <dgm:pt modelId="{2DA9086C-BA98-485A-8CAD-8B26F416D68A}" type="pres">
      <dgm:prSet presAssocID="{13E96DC9-7A5F-40D8-9C07-3F5D83D10D78}" presName="sibTrans" presStyleLbl="sibTrans1D1" presStyleIdx="3" presStyleCnt="6"/>
      <dgm:spPr/>
    </dgm:pt>
    <dgm:pt modelId="{B6027609-138F-438D-8238-FF8402FB07ED}" type="pres">
      <dgm:prSet presAssocID="{C4FD5D27-A7BA-4E7E-840F-FE54A817A8F9}" presName="node" presStyleLbl="node1" presStyleIdx="4" presStyleCnt="6">
        <dgm:presLayoutVars>
          <dgm:bulletEnabled val="1"/>
        </dgm:presLayoutVars>
      </dgm:prSet>
      <dgm:spPr/>
    </dgm:pt>
    <dgm:pt modelId="{4A45129C-7106-445F-929A-3A8996CB55E0}" type="pres">
      <dgm:prSet presAssocID="{C4FD5D27-A7BA-4E7E-840F-FE54A817A8F9}" presName="spNode" presStyleCnt="0"/>
      <dgm:spPr/>
    </dgm:pt>
    <dgm:pt modelId="{5CEC8580-B40B-4ADD-B347-89763F4A4F60}" type="pres">
      <dgm:prSet presAssocID="{C3C5FE9C-6969-459A-8F63-74D9B5597B6C}" presName="sibTrans" presStyleLbl="sibTrans1D1" presStyleIdx="4" presStyleCnt="6"/>
      <dgm:spPr/>
    </dgm:pt>
    <dgm:pt modelId="{E36B139F-B437-4BEC-8A97-CA566AAF64F9}" type="pres">
      <dgm:prSet presAssocID="{84EBEE74-8718-4724-B10E-B661C7A48A3D}" presName="node" presStyleLbl="node1" presStyleIdx="5" presStyleCnt="6">
        <dgm:presLayoutVars>
          <dgm:bulletEnabled val="1"/>
        </dgm:presLayoutVars>
      </dgm:prSet>
      <dgm:spPr/>
    </dgm:pt>
    <dgm:pt modelId="{E517D4FB-AC23-49A8-9FD6-24445147A23C}" type="pres">
      <dgm:prSet presAssocID="{84EBEE74-8718-4724-B10E-B661C7A48A3D}" presName="spNode" presStyleCnt="0"/>
      <dgm:spPr/>
    </dgm:pt>
    <dgm:pt modelId="{DECF1DDD-3736-4F2C-9179-50C0EE7D00C0}" type="pres">
      <dgm:prSet presAssocID="{C7E2898D-E6CC-4AD4-ADC9-19B2C1509508}" presName="sibTrans" presStyleLbl="sibTrans1D1" presStyleIdx="5" presStyleCnt="6"/>
      <dgm:spPr/>
    </dgm:pt>
  </dgm:ptLst>
  <dgm:cxnLst>
    <dgm:cxn modelId="{A2883C01-0AB2-4C3C-B46C-1268C3435735}" type="presOf" srcId="{CC12226A-92FE-4480-8FE0-A0BD34C56704}" destId="{2ECBED4E-76CD-467D-8622-E66FB9EEF0CE}" srcOrd="0" destOrd="0" presId="urn:microsoft.com/office/officeart/2005/8/layout/cycle6"/>
    <dgm:cxn modelId="{4B11E401-F16E-4561-A236-D306B71909EF}" srcId="{CC12226A-92FE-4480-8FE0-A0BD34C56704}" destId="{97376A38-5C41-40F2-B6A6-4E25B8D0883B}" srcOrd="1" destOrd="0" parTransId="{4F1C821C-662E-4399-9031-3D63F836AC58}" sibTransId="{0464C6CF-4B20-4E21-B2CD-EE2F8AB0DDAC}"/>
    <dgm:cxn modelId="{876BD626-6199-4A89-A33C-2C04544D9D9E}" type="presOf" srcId="{B65EB2A5-2FC9-4337-99C8-AEA67516E281}" destId="{29E22AB1-CE71-43A0-AF6B-E7C0372C79CF}" srcOrd="0" destOrd="0" presId="urn:microsoft.com/office/officeart/2005/8/layout/cycle6"/>
    <dgm:cxn modelId="{83BD1836-AB86-4C44-8312-C98CA7C040A5}" srcId="{CC12226A-92FE-4480-8FE0-A0BD34C56704}" destId="{F0667CFD-43FA-4BD7-950B-0DDA3E3BA388}" srcOrd="0" destOrd="0" parTransId="{6DE635A6-DC20-4C4F-8186-5798FE8C56A0}" sibTransId="{B65EB2A5-2FC9-4337-99C8-AEA67516E281}"/>
    <dgm:cxn modelId="{ED8DBB67-98FE-4964-B53A-74F0D6EB38B7}" type="presOf" srcId="{C3C5FE9C-6969-459A-8F63-74D9B5597B6C}" destId="{5CEC8580-B40B-4ADD-B347-89763F4A4F60}" srcOrd="0" destOrd="0" presId="urn:microsoft.com/office/officeart/2005/8/layout/cycle6"/>
    <dgm:cxn modelId="{2ABD7E69-3511-4512-95C2-AB3B600D844B}" type="presOf" srcId="{97376A38-5C41-40F2-B6A6-4E25B8D0883B}" destId="{2E277029-42DF-4AB3-A3AF-825C02FFB80A}" srcOrd="0" destOrd="0" presId="urn:microsoft.com/office/officeart/2005/8/layout/cycle6"/>
    <dgm:cxn modelId="{BE14644A-36A3-4740-98E2-DEF22F1A7277}" srcId="{CC12226A-92FE-4480-8FE0-A0BD34C56704}" destId="{84EBEE74-8718-4724-B10E-B661C7A48A3D}" srcOrd="5" destOrd="0" parTransId="{57B71999-C59E-4A7F-AF85-941B7CF47304}" sibTransId="{C7E2898D-E6CC-4AD4-ADC9-19B2C1509508}"/>
    <dgm:cxn modelId="{28529371-C158-4357-8B45-22FDA3A26333}" type="presOf" srcId="{AA26A56D-7C3D-43FE-9BA2-1BABB735270C}" destId="{2796DDE8-B54A-48E9-BAB2-76A6B0468C45}" srcOrd="0" destOrd="0" presId="urn:microsoft.com/office/officeart/2005/8/layout/cycle6"/>
    <dgm:cxn modelId="{07F7D380-BB0E-4815-9511-46D4684DE288}" srcId="{CC12226A-92FE-4480-8FE0-A0BD34C56704}" destId="{53BC6628-C45B-4001-855F-57BA02E34ADA}" srcOrd="2" destOrd="0" parTransId="{D77CC71A-F348-4DD5-BD4F-951CEB78776E}" sibTransId="{AA26A56D-7C3D-43FE-9BA2-1BABB735270C}"/>
    <dgm:cxn modelId="{365B6F93-DD00-4831-8285-58C942789544}" type="presOf" srcId="{C4FD5D27-A7BA-4E7E-840F-FE54A817A8F9}" destId="{B6027609-138F-438D-8238-FF8402FB07ED}" srcOrd="0" destOrd="0" presId="urn:microsoft.com/office/officeart/2005/8/layout/cycle6"/>
    <dgm:cxn modelId="{E09BCE97-6E02-4AFE-B1A1-372655B2733F}" srcId="{CC12226A-92FE-4480-8FE0-A0BD34C56704}" destId="{E4851013-AEEC-4342-B46E-03695E403359}" srcOrd="3" destOrd="0" parTransId="{04A0C93A-4DC8-49C5-8C53-A4F62C32F283}" sibTransId="{13E96DC9-7A5F-40D8-9C07-3F5D83D10D78}"/>
    <dgm:cxn modelId="{4E8D399C-9E21-4D54-B99C-2ADA90CA0F02}" type="presOf" srcId="{84EBEE74-8718-4724-B10E-B661C7A48A3D}" destId="{E36B139F-B437-4BEC-8A97-CA566AAF64F9}" srcOrd="0" destOrd="0" presId="urn:microsoft.com/office/officeart/2005/8/layout/cycle6"/>
    <dgm:cxn modelId="{6BF404A3-3EC7-4769-B9D4-974F09803443}" type="presOf" srcId="{13E96DC9-7A5F-40D8-9C07-3F5D83D10D78}" destId="{2DA9086C-BA98-485A-8CAD-8B26F416D68A}" srcOrd="0" destOrd="0" presId="urn:microsoft.com/office/officeart/2005/8/layout/cycle6"/>
    <dgm:cxn modelId="{1AA814B2-BAD2-4735-9DD5-316C54C8AAA6}" type="presOf" srcId="{53BC6628-C45B-4001-855F-57BA02E34ADA}" destId="{BFC817D1-5839-476B-BCE5-333C181C7B2E}" srcOrd="0" destOrd="0" presId="urn:microsoft.com/office/officeart/2005/8/layout/cycle6"/>
    <dgm:cxn modelId="{69A185BE-E336-4E43-909F-47CF8921FC12}" type="presOf" srcId="{0464C6CF-4B20-4E21-B2CD-EE2F8AB0DDAC}" destId="{B5962BD6-BF7A-4F3E-B346-A0411097E32B}" srcOrd="0" destOrd="0" presId="urn:microsoft.com/office/officeart/2005/8/layout/cycle6"/>
    <dgm:cxn modelId="{D47590C4-EAEE-4736-B213-27B78CD4817D}" type="presOf" srcId="{C7E2898D-E6CC-4AD4-ADC9-19B2C1509508}" destId="{DECF1DDD-3736-4F2C-9179-50C0EE7D00C0}" srcOrd="0" destOrd="0" presId="urn:microsoft.com/office/officeart/2005/8/layout/cycle6"/>
    <dgm:cxn modelId="{3409C4E8-3D1D-4F36-AFE8-D60A39495B06}" type="presOf" srcId="{F0667CFD-43FA-4BD7-950B-0DDA3E3BA388}" destId="{4E53C3C6-87C8-4DC3-8CF3-E70B7063BACF}" srcOrd="0" destOrd="0" presId="urn:microsoft.com/office/officeart/2005/8/layout/cycle6"/>
    <dgm:cxn modelId="{2E4B7DF7-2DAA-48F9-8665-2F3D0D90B1FD}" srcId="{CC12226A-92FE-4480-8FE0-A0BD34C56704}" destId="{C4FD5D27-A7BA-4E7E-840F-FE54A817A8F9}" srcOrd="4" destOrd="0" parTransId="{82D1C5CE-0EB1-4510-B9C6-64A33F9300D7}" sibTransId="{C3C5FE9C-6969-459A-8F63-74D9B5597B6C}"/>
    <dgm:cxn modelId="{DCE4B3F9-2819-46D4-AA3C-AC956EC46960}" type="presOf" srcId="{E4851013-AEEC-4342-B46E-03695E403359}" destId="{BD40065C-B86C-4E69-A252-E984E2212E22}" srcOrd="0" destOrd="0" presId="urn:microsoft.com/office/officeart/2005/8/layout/cycle6"/>
    <dgm:cxn modelId="{8088A033-8FAA-416F-81FA-4F69E716D133}" type="presParOf" srcId="{2ECBED4E-76CD-467D-8622-E66FB9EEF0CE}" destId="{4E53C3C6-87C8-4DC3-8CF3-E70B7063BACF}" srcOrd="0" destOrd="0" presId="urn:microsoft.com/office/officeart/2005/8/layout/cycle6"/>
    <dgm:cxn modelId="{F4D61CA6-9F71-4257-8C31-DA536F14CDD3}" type="presParOf" srcId="{2ECBED4E-76CD-467D-8622-E66FB9EEF0CE}" destId="{D18D1E6A-2494-46C9-A318-7FAB6C221CB8}" srcOrd="1" destOrd="0" presId="urn:microsoft.com/office/officeart/2005/8/layout/cycle6"/>
    <dgm:cxn modelId="{DBC23C2C-ADD3-4F71-95FE-A69F3AEEF0F0}" type="presParOf" srcId="{2ECBED4E-76CD-467D-8622-E66FB9EEF0CE}" destId="{29E22AB1-CE71-43A0-AF6B-E7C0372C79CF}" srcOrd="2" destOrd="0" presId="urn:microsoft.com/office/officeart/2005/8/layout/cycle6"/>
    <dgm:cxn modelId="{C9EAF2E0-D3D4-4961-9D2A-0B303662885E}" type="presParOf" srcId="{2ECBED4E-76CD-467D-8622-E66FB9EEF0CE}" destId="{2E277029-42DF-4AB3-A3AF-825C02FFB80A}" srcOrd="3" destOrd="0" presId="urn:microsoft.com/office/officeart/2005/8/layout/cycle6"/>
    <dgm:cxn modelId="{FF28F8E5-1B31-4E9A-BAA1-D572D09ABAB6}" type="presParOf" srcId="{2ECBED4E-76CD-467D-8622-E66FB9EEF0CE}" destId="{7445867E-274C-4E10-AA3D-590DBED3160A}" srcOrd="4" destOrd="0" presId="urn:microsoft.com/office/officeart/2005/8/layout/cycle6"/>
    <dgm:cxn modelId="{EBBDED55-2DCE-4882-A280-ADCBFE7F816E}" type="presParOf" srcId="{2ECBED4E-76CD-467D-8622-E66FB9EEF0CE}" destId="{B5962BD6-BF7A-4F3E-B346-A0411097E32B}" srcOrd="5" destOrd="0" presId="urn:microsoft.com/office/officeart/2005/8/layout/cycle6"/>
    <dgm:cxn modelId="{14FFED13-23FC-4AC7-9D93-72B7AD1A63BC}" type="presParOf" srcId="{2ECBED4E-76CD-467D-8622-E66FB9EEF0CE}" destId="{BFC817D1-5839-476B-BCE5-333C181C7B2E}" srcOrd="6" destOrd="0" presId="urn:microsoft.com/office/officeart/2005/8/layout/cycle6"/>
    <dgm:cxn modelId="{D0588B8F-1A30-4A19-BF5F-CA954711B350}" type="presParOf" srcId="{2ECBED4E-76CD-467D-8622-E66FB9EEF0CE}" destId="{25D4A9C1-9B41-4884-A111-758951DA5112}" srcOrd="7" destOrd="0" presId="urn:microsoft.com/office/officeart/2005/8/layout/cycle6"/>
    <dgm:cxn modelId="{01E7D61B-5192-41D0-8DBF-94A4B8D4039C}" type="presParOf" srcId="{2ECBED4E-76CD-467D-8622-E66FB9EEF0CE}" destId="{2796DDE8-B54A-48E9-BAB2-76A6B0468C45}" srcOrd="8" destOrd="0" presId="urn:microsoft.com/office/officeart/2005/8/layout/cycle6"/>
    <dgm:cxn modelId="{6388BA98-AAC0-428D-81E5-926EBB7F8394}" type="presParOf" srcId="{2ECBED4E-76CD-467D-8622-E66FB9EEF0CE}" destId="{BD40065C-B86C-4E69-A252-E984E2212E22}" srcOrd="9" destOrd="0" presId="urn:microsoft.com/office/officeart/2005/8/layout/cycle6"/>
    <dgm:cxn modelId="{B56F0405-C8A5-48A0-BF3D-FACD8FB86773}" type="presParOf" srcId="{2ECBED4E-76CD-467D-8622-E66FB9EEF0CE}" destId="{88872FF3-0E82-4C86-8D89-064F517B1AD6}" srcOrd="10" destOrd="0" presId="urn:microsoft.com/office/officeart/2005/8/layout/cycle6"/>
    <dgm:cxn modelId="{34662EE3-12C0-49E7-AD08-FCD400894B2A}" type="presParOf" srcId="{2ECBED4E-76CD-467D-8622-E66FB9EEF0CE}" destId="{2DA9086C-BA98-485A-8CAD-8B26F416D68A}" srcOrd="11" destOrd="0" presId="urn:microsoft.com/office/officeart/2005/8/layout/cycle6"/>
    <dgm:cxn modelId="{47D4FC26-2273-4102-BBBB-8E06C2D7449A}" type="presParOf" srcId="{2ECBED4E-76CD-467D-8622-E66FB9EEF0CE}" destId="{B6027609-138F-438D-8238-FF8402FB07ED}" srcOrd="12" destOrd="0" presId="urn:microsoft.com/office/officeart/2005/8/layout/cycle6"/>
    <dgm:cxn modelId="{A16FD228-FBE8-4E53-ABAA-5F6133602F2A}" type="presParOf" srcId="{2ECBED4E-76CD-467D-8622-E66FB9EEF0CE}" destId="{4A45129C-7106-445F-929A-3A8996CB55E0}" srcOrd="13" destOrd="0" presId="urn:microsoft.com/office/officeart/2005/8/layout/cycle6"/>
    <dgm:cxn modelId="{25D22E1E-7BD0-4F8A-BE75-A13B0BD31DEA}" type="presParOf" srcId="{2ECBED4E-76CD-467D-8622-E66FB9EEF0CE}" destId="{5CEC8580-B40B-4ADD-B347-89763F4A4F60}" srcOrd="14" destOrd="0" presId="urn:microsoft.com/office/officeart/2005/8/layout/cycle6"/>
    <dgm:cxn modelId="{920DFB86-892C-41B6-B959-6DB76C65C720}" type="presParOf" srcId="{2ECBED4E-76CD-467D-8622-E66FB9EEF0CE}" destId="{E36B139F-B437-4BEC-8A97-CA566AAF64F9}" srcOrd="15" destOrd="0" presId="urn:microsoft.com/office/officeart/2005/8/layout/cycle6"/>
    <dgm:cxn modelId="{EAEFE0CE-E966-4BD5-B590-465C0924AD77}" type="presParOf" srcId="{2ECBED4E-76CD-467D-8622-E66FB9EEF0CE}" destId="{E517D4FB-AC23-49A8-9FD6-24445147A23C}" srcOrd="16" destOrd="0" presId="urn:microsoft.com/office/officeart/2005/8/layout/cycle6"/>
    <dgm:cxn modelId="{D5CC5AC8-D5C4-46D4-B513-AEA52473618C}" type="presParOf" srcId="{2ECBED4E-76CD-467D-8622-E66FB9EEF0CE}" destId="{DECF1DDD-3736-4F2C-9179-50C0EE7D00C0}" srcOrd="17"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7E74F4-2B35-48C3-A190-61677BAB8C8F}" type="doc">
      <dgm:prSet loTypeId="urn:microsoft.com/office/officeart/2005/8/layout/vList3" loCatId="picture" qsTypeId="urn:microsoft.com/office/officeart/2005/8/quickstyle/3d5" qsCatId="3D" csTypeId="urn:microsoft.com/office/officeart/2005/8/colors/accent5_2" csCatId="accent5" phldr="1"/>
      <dgm:spPr/>
      <dgm:t>
        <a:bodyPr/>
        <a:lstStyle/>
        <a:p>
          <a:endParaRPr lang="en-IN"/>
        </a:p>
      </dgm:t>
    </dgm:pt>
    <dgm:pt modelId="{BA8EEA9F-BA47-46F3-B594-575663FE2D19}">
      <dgm:prSet phldrT="[Text]" phldr="0"/>
      <dgm:spPr/>
      <dgm:t>
        <a:bodyPr/>
        <a:lstStyle/>
        <a:p>
          <a:r>
            <a:rPr lang="en-IN" dirty="0"/>
            <a:t>Logistic Regression</a:t>
          </a:r>
        </a:p>
      </dgm:t>
    </dgm:pt>
    <dgm:pt modelId="{ABDDC59D-67B9-4EF5-A422-83BD15665F41}" type="parTrans" cxnId="{9435671F-D39A-49A9-BA03-F0C400402508}">
      <dgm:prSet/>
      <dgm:spPr/>
      <dgm:t>
        <a:bodyPr/>
        <a:lstStyle/>
        <a:p>
          <a:endParaRPr lang="en-IN"/>
        </a:p>
      </dgm:t>
    </dgm:pt>
    <dgm:pt modelId="{80ECF3A6-5DE4-44ED-8678-57A9A08FCFA9}" type="sibTrans" cxnId="{9435671F-D39A-49A9-BA03-F0C400402508}">
      <dgm:prSet/>
      <dgm:spPr/>
      <dgm:t>
        <a:bodyPr/>
        <a:lstStyle/>
        <a:p>
          <a:endParaRPr lang="en-IN"/>
        </a:p>
      </dgm:t>
    </dgm:pt>
    <dgm:pt modelId="{7D4BF80B-9C9B-47F0-B087-7CA6837B2E73}">
      <dgm:prSet phldrT="[Text]" phldr="0"/>
      <dgm:spPr/>
      <dgm:t>
        <a:bodyPr/>
        <a:lstStyle/>
        <a:p>
          <a:r>
            <a:rPr lang="en-IN" dirty="0"/>
            <a:t>Decision Tree</a:t>
          </a:r>
        </a:p>
      </dgm:t>
    </dgm:pt>
    <dgm:pt modelId="{59160A0D-9969-43B7-8A3F-918D0DC14B2C}" type="parTrans" cxnId="{8AA32C38-AFB7-4F3A-92DE-EEE88B879DD3}">
      <dgm:prSet/>
      <dgm:spPr/>
      <dgm:t>
        <a:bodyPr/>
        <a:lstStyle/>
        <a:p>
          <a:endParaRPr lang="en-IN"/>
        </a:p>
      </dgm:t>
    </dgm:pt>
    <dgm:pt modelId="{3FB83F6C-C3B5-4CA8-8FAD-042315F452D4}" type="sibTrans" cxnId="{8AA32C38-AFB7-4F3A-92DE-EEE88B879DD3}">
      <dgm:prSet/>
      <dgm:spPr/>
      <dgm:t>
        <a:bodyPr/>
        <a:lstStyle/>
        <a:p>
          <a:endParaRPr lang="en-IN"/>
        </a:p>
      </dgm:t>
    </dgm:pt>
    <dgm:pt modelId="{33703437-F418-44B6-AE8F-2E94EC65B6A3}">
      <dgm:prSet phldrT="[Text]" phldr="0"/>
      <dgm:spPr/>
      <dgm:t>
        <a:bodyPr/>
        <a:lstStyle/>
        <a:p>
          <a:r>
            <a:rPr lang="en-IN" dirty="0"/>
            <a:t>Random Forest Classifire</a:t>
          </a:r>
        </a:p>
      </dgm:t>
    </dgm:pt>
    <dgm:pt modelId="{087E4B79-BE27-4B75-AE7B-C5D665BEBC5C}" type="parTrans" cxnId="{C739E36D-0A33-4613-9B7F-6DFFD10A32AE}">
      <dgm:prSet/>
      <dgm:spPr/>
      <dgm:t>
        <a:bodyPr/>
        <a:lstStyle/>
        <a:p>
          <a:endParaRPr lang="en-IN"/>
        </a:p>
      </dgm:t>
    </dgm:pt>
    <dgm:pt modelId="{8B6CAE0D-B38A-474F-BEC9-786A3BEBE1E4}" type="sibTrans" cxnId="{C739E36D-0A33-4613-9B7F-6DFFD10A32AE}">
      <dgm:prSet/>
      <dgm:spPr/>
      <dgm:t>
        <a:bodyPr/>
        <a:lstStyle/>
        <a:p>
          <a:endParaRPr lang="en-IN"/>
        </a:p>
      </dgm:t>
    </dgm:pt>
    <dgm:pt modelId="{8628B6AD-C8F2-46FE-93EB-168AD940A8CF}">
      <dgm:prSet phldrT="[Text]" phldr="0"/>
      <dgm:spPr/>
      <dgm:t>
        <a:bodyPr/>
        <a:lstStyle/>
        <a:p>
          <a:r>
            <a:rPr lang="en-IN" dirty="0"/>
            <a:t>K Nearest Neighbour(KNN)</a:t>
          </a:r>
        </a:p>
      </dgm:t>
    </dgm:pt>
    <dgm:pt modelId="{21DC3C11-4116-470B-B2F6-38FA3921459A}" type="parTrans" cxnId="{3370DE68-DCC4-44E7-90B9-7CCA3435EE61}">
      <dgm:prSet/>
      <dgm:spPr/>
      <dgm:t>
        <a:bodyPr/>
        <a:lstStyle/>
        <a:p>
          <a:endParaRPr lang="en-IN"/>
        </a:p>
      </dgm:t>
    </dgm:pt>
    <dgm:pt modelId="{D0F180A3-476C-4EAA-84CC-FE7466269A2D}" type="sibTrans" cxnId="{3370DE68-DCC4-44E7-90B9-7CCA3435EE61}">
      <dgm:prSet/>
      <dgm:spPr/>
      <dgm:t>
        <a:bodyPr/>
        <a:lstStyle/>
        <a:p>
          <a:endParaRPr lang="en-IN"/>
        </a:p>
      </dgm:t>
    </dgm:pt>
    <dgm:pt modelId="{4741D5C9-A434-4193-A4FB-0B310B287826}" type="pres">
      <dgm:prSet presAssocID="{AC7E74F4-2B35-48C3-A190-61677BAB8C8F}" presName="linearFlow" presStyleCnt="0">
        <dgm:presLayoutVars>
          <dgm:dir/>
          <dgm:resizeHandles val="exact"/>
        </dgm:presLayoutVars>
      </dgm:prSet>
      <dgm:spPr/>
    </dgm:pt>
    <dgm:pt modelId="{7841FF68-5C8E-48FA-B3CC-5CAD174D4841}" type="pres">
      <dgm:prSet presAssocID="{BA8EEA9F-BA47-46F3-B594-575663FE2D19}" presName="composite" presStyleCnt="0"/>
      <dgm:spPr/>
    </dgm:pt>
    <dgm:pt modelId="{6A501083-92F4-499C-898E-80240BB9F209}" type="pres">
      <dgm:prSet presAssocID="{BA8EEA9F-BA47-46F3-B594-575663FE2D19}" presName="imgShp" presStyleLbl="fgImgPlace1" presStyleIdx="0" presStyleCnt="4"/>
      <dgm:spPr>
        <a:blipFill>
          <a:blip xmlns:r="http://schemas.openxmlformats.org/officeDocument/2006/relationships" r:embed="rId1"/>
          <a:srcRect/>
          <a:stretch>
            <a:fillRect l="-33000" r="-33000"/>
          </a:stretch>
        </a:blipFill>
      </dgm:spPr>
    </dgm:pt>
    <dgm:pt modelId="{B71EDA7A-56D5-409D-AB58-6ED2473250FB}" type="pres">
      <dgm:prSet presAssocID="{BA8EEA9F-BA47-46F3-B594-575663FE2D19}" presName="txShp" presStyleLbl="node1" presStyleIdx="0" presStyleCnt="4">
        <dgm:presLayoutVars>
          <dgm:bulletEnabled val="1"/>
        </dgm:presLayoutVars>
      </dgm:prSet>
      <dgm:spPr/>
    </dgm:pt>
    <dgm:pt modelId="{643AF166-C0A5-414E-9B62-E4544A6976D7}" type="pres">
      <dgm:prSet presAssocID="{80ECF3A6-5DE4-44ED-8678-57A9A08FCFA9}" presName="spacing" presStyleCnt="0"/>
      <dgm:spPr/>
    </dgm:pt>
    <dgm:pt modelId="{1A16893A-5CAF-4850-965D-1A46078F1110}" type="pres">
      <dgm:prSet presAssocID="{7D4BF80B-9C9B-47F0-B087-7CA6837B2E73}" presName="composite" presStyleCnt="0"/>
      <dgm:spPr/>
    </dgm:pt>
    <dgm:pt modelId="{B0CD8FB0-8CB0-4198-AB71-28A86144DD6D}" type="pres">
      <dgm:prSet presAssocID="{7D4BF80B-9C9B-47F0-B087-7CA6837B2E73}" presName="imgShp" presStyleLbl="fgImgPlace1" presStyleIdx="1" presStyleCnt="4"/>
      <dgm:spPr>
        <a:blipFill>
          <a:blip xmlns:r="http://schemas.openxmlformats.org/officeDocument/2006/relationships" r:embed="rId2"/>
          <a:srcRect/>
          <a:stretch>
            <a:fillRect l="-39000" r="-39000"/>
          </a:stretch>
        </a:blipFill>
      </dgm:spPr>
    </dgm:pt>
    <dgm:pt modelId="{5B11CA43-A48A-4B54-ABAB-996925BCDD1D}" type="pres">
      <dgm:prSet presAssocID="{7D4BF80B-9C9B-47F0-B087-7CA6837B2E73}" presName="txShp" presStyleLbl="node1" presStyleIdx="1" presStyleCnt="4">
        <dgm:presLayoutVars>
          <dgm:bulletEnabled val="1"/>
        </dgm:presLayoutVars>
      </dgm:prSet>
      <dgm:spPr/>
    </dgm:pt>
    <dgm:pt modelId="{26A4B956-F73B-4710-A216-5A92B11F72FD}" type="pres">
      <dgm:prSet presAssocID="{3FB83F6C-C3B5-4CA8-8FAD-042315F452D4}" presName="spacing" presStyleCnt="0"/>
      <dgm:spPr/>
    </dgm:pt>
    <dgm:pt modelId="{32A2F52F-EC50-41E9-8445-4E007CAF5902}" type="pres">
      <dgm:prSet presAssocID="{33703437-F418-44B6-AE8F-2E94EC65B6A3}" presName="composite" presStyleCnt="0"/>
      <dgm:spPr/>
    </dgm:pt>
    <dgm:pt modelId="{04ED46AD-D9AF-4589-9762-60C46F200B77}" type="pres">
      <dgm:prSet presAssocID="{33703437-F418-44B6-AE8F-2E94EC65B6A3}" presName="imgShp" presStyleLbl="fgImgPlace1" presStyleIdx="2" presStyleCnt="4"/>
      <dgm:spPr>
        <a:blipFill>
          <a:blip xmlns:r="http://schemas.openxmlformats.org/officeDocument/2006/relationships" r:embed="rId3"/>
          <a:srcRect/>
          <a:stretch>
            <a:fillRect l="-39000" r="-39000"/>
          </a:stretch>
        </a:blipFill>
      </dgm:spPr>
    </dgm:pt>
    <dgm:pt modelId="{DB9A43F6-EEC7-45B2-91B5-A3CBA9FBA984}" type="pres">
      <dgm:prSet presAssocID="{33703437-F418-44B6-AE8F-2E94EC65B6A3}" presName="txShp" presStyleLbl="node1" presStyleIdx="2" presStyleCnt="4">
        <dgm:presLayoutVars>
          <dgm:bulletEnabled val="1"/>
        </dgm:presLayoutVars>
      </dgm:prSet>
      <dgm:spPr/>
    </dgm:pt>
    <dgm:pt modelId="{82564B01-415E-439D-A984-1C624CC8D355}" type="pres">
      <dgm:prSet presAssocID="{8B6CAE0D-B38A-474F-BEC9-786A3BEBE1E4}" presName="spacing" presStyleCnt="0"/>
      <dgm:spPr/>
    </dgm:pt>
    <dgm:pt modelId="{6CF435D1-92D5-4ED9-8682-AACDA9DA19CD}" type="pres">
      <dgm:prSet presAssocID="{8628B6AD-C8F2-46FE-93EB-168AD940A8CF}" presName="composite" presStyleCnt="0"/>
      <dgm:spPr/>
    </dgm:pt>
    <dgm:pt modelId="{59C2D616-355F-47E8-8886-3D21B73E573F}" type="pres">
      <dgm:prSet presAssocID="{8628B6AD-C8F2-46FE-93EB-168AD940A8CF}" presName="imgShp" presStyleLbl="fgImgPlace1" presStyleIdx="3" presStyleCnt="4"/>
      <dgm:spPr>
        <a:blipFill>
          <a:blip xmlns:r="http://schemas.openxmlformats.org/officeDocument/2006/relationships" r:embed="rId4"/>
          <a:srcRect/>
          <a:stretch>
            <a:fillRect l="-39000" r="-39000"/>
          </a:stretch>
        </a:blipFill>
      </dgm:spPr>
    </dgm:pt>
    <dgm:pt modelId="{7EE10E6D-C888-4F19-ABCF-97B7FF32D236}" type="pres">
      <dgm:prSet presAssocID="{8628B6AD-C8F2-46FE-93EB-168AD940A8CF}" presName="txShp" presStyleLbl="node1" presStyleIdx="3" presStyleCnt="4">
        <dgm:presLayoutVars>
          <dgm:bulletEnabled val="1"/>
        </dgm:presLayoutVars>
      </dgm:prSet>
      <dgm:spPr/>
    </dgm:pt>
  </dgm:ptLst>
  <dgm:cxnLst>
    <dgm:cxn modelId="{BAAD0701-861B-4CA0-9C03-4866FF309D4D}" type="presOf" srcId="{7D4BF80B-9C9B-47F0-B087-7CA6837B2E73}" destId="{5B11CA43-A48A-4B54-ABAB-996925BCDD1D}" srcOrd="0" destOrd="0" presId="urn:microsoft.com/office/officeart/2005/8/layout/vList3"/>
    <dgm:cxn modelId="{9435671F-D39A-49A9-BA03-F0C400402508}" srcId="{AC7E74F4-2B35-48C3-A190-61677BAB8C8F}" destId="{BA8EEA9F-BA47-46F3-B594-575663FE2D19}" srcOrd="0" destOrd="0" parTransId="{ABDDC59D-67B9-4EF5-A422-83BD15665F41}" sibTransId="{80ECF3A6-5DE4-44ED-8678-57A9A08FCFA9}"/>
    <dgm:cxn modelId="{E41D9931-E571-45A8-A636-70D82AC67B18}" type="presOf" srcId="{33703437-F418-44B6-AE8F-2E94EC65B6A3}" destId="{DB9A43F6-EEC7-45B2-91B5-A3CBA9FBA984}" srcOrd="0" destOrd="0" presId="urn:microsoft.com/office/officeart/2005/8/layout/vList3"/>
    <dgm:cxn modelId="{8AA32C38-AFB7-4F3A-92DE-EEE88B879DD3}" srcId="{AC7E74F4-2B35-48C3-A190-61677BAB8C8F}" destId="{7D4BF80B-9C9B-47F0-B087-7CA6837B2E73}" srcOrd="1" destOrd="0" parTransId="{59160A0D-9969-43B7-8A3F-918D0DC14B2C}" sibTransId="{3FB83F6C-C3B5-4CA8-8FAD-042315F452D4}"/>
    <dgm:cxn modelId="{3370DE68-DCC4-44E7-90B9-7CCA3435EE61}" srcId="{AC7E74F4-2B35-48C3-A190-61677BAB8C8F}" destId="{8628B6AD-C8F2-46FE-93EB-168AD940A8CF}" srcOrd="3" destOrd="0" parTransId="{21DC3C11-4116-470B-B2F6-38FA3921459A}" sibTransId="{D0F180A3-476C-4EAA-84CC-FE7466269A2D}"/>
    <dgm:cxn modelId="{C739E36D-0A33-4613-9B7F-6DFFD10A32AE}" srcId="{AC7E74F4-2B35-48C3-A190-61677BAB8C8F}" destId="{33703437-F418-44B6-AE8F-2E94EC65B6A3}" srcOrd="2" destOrd="0" parTransId="{087E4B79-BE27-4B75-AE7B-C5D665BEBC5C}" sibTransId="{8B6CAE0D-B38A-474F-BEC9-786A3BEBE1E4}"/>
    <dgm:cxn modelId="{086F954E-4817-4557-9C76-13699DBF6309}" type="presOf" srcId="{BA8EEA9F-BA47-46F3-B594-575663FE2D19}" destId="{B71EDA7A-56D5-409D-AB58-6ED2473250FB}" srcOrd="0" destOrd="0" presId="urn:microsoft.com/office/officeart/2005/8/layout/vList3"/>
    <dgm:cxn modelId="{E02B518E-96FF-45AB-9AC7-0DACEDF260EF}" type="presOf" srcId="{AC7E74F4-2B35-48C3-A190-61677BAB8C8F}" destId="{4741D5C9-A434-4193-A4FB-0B310B287826}" srcOrd="0" destOrd="0" presId="urn:microsoft.com/office/officeart/2005/8/layout/vList3"/>
    <dgm:cxn modelId="{C6F147A6-3D39-4057-9D19-5F98FE687F6B}" type="presOf" srcId="{8628B6AD-C8F2-46FE-93EB-168AD940A8CF}" destId="{7EE10E6D-C888-4F19-ABCF-97B7FF32D236}" srcOrd="0" destOrd="0" presId="urn:microsoft.com/office/officeart/2005/8/layout/vList3"/>
    <dgm:cxn modelId="{E303729B-B26B-4EE6-9568-6C205AA5B676}" type="presParOf" srcId="{4741D5C9-A434-4193-A4FB-0B310B287826}" destId="{7841FF68-5C8E-48FA-B3CC-5CAD174D4841}" srcOrd="0" destOrd="0" presId="urn:microsoft.com/office/officeart/2005/8/layout/vList3"/>
    <dgm:cxn modelId="{0DF0E9FA-4387-400F-A73C-B341842D5A3E}" type="presParOf" srcId="{7841FF68-5C8E-48FA-B3CC-5CAD174D4841}" destId="{6A501083-92F4-499C-898E-80240BB9F209}" srcOrd="0" destOrd="0" presId="urn:microsoft.com/office/officeart/2005/8/layout/vList3"/>
    <dgm:cxn modelId="{B6E0C4D2-EB8B-4B44-A4B7-282D548569D4}" type="presParOf" srcId="{7841FF68-5C8E-48FA-B3CC-5CAD174D4841}" destId="{B71EDA7A-56D5-409D-AB58-6ED2473250FB}" srcOrd="1" destOrd="0" presId="urn:microsoft.com/office/officeart/2005/8/layout/vList3"/>
    <dgm:cxn modelId="{3C83800C-29EB-4B99-B4E6-AD6C1692DCBD}" type="presParOf" srcId="{4741D5C9-A434-4193-A4FB-0B310B287826}" destId="{643AF166-C0A5-414E-9B62-E4544A6976D7}" srcOrd="1" destOrd="0" presId="urn:microsoft.com/office/officeart/2005/8/layout/vList3"/>
    <dgm:cxn modelId="{FC1382D0-BA74-4805-B0DE-F3F8E647F021}" type="presParOf" srcId="{4741D5C9-A434-4193-A4FB-0B310B287826}" destId="{1A16893A-5CAF-4850-965D-1A46078F1110}" srcOrd="2" destOrd="0" presId="urn:microsoft.com/office/officeart/2005/8/layout/vList3"/>
    <dgm:cxn modelId="{23C96FDF-BF75-453E-A6F5-18A5141F7D10}" type="presParOf" srcId="{1A16893A-5CAF-4850-965D-1A46078F1110}" destId="{B0CD8FB0-8CB0-4198-AB71-28A86144DD6D}" srcOrd="0" destOrd="0" presId="urn:microsoft.com/office/officeart/2005/8/layout/vList3"/>
    <dgm:cxn modelId="{3C87EB21-0C65-48F0-BF1F-7CE82C68E12D}" type="presParOf" srcId="{1A16893A-5CAF-4850-965D-1A46078F1110}" destId="{5B11CA43-A48A-4B54-ABAB-996925BCDD1D}" srcOrd="1" destOrd="0" presId="urn:microsoft.com/office/officeart/2005/8/layout/vList3"/>
    <dgm:cxn modelId="{8FA06BFC-24A1-420A-97E8-6B46894FC4FF}" type="presParOf" srcId="{4741D5C9-A434-4193-A4FB-0B310B287826}" destId="{26A4B956-F73B-4710-A216-5A92B11F72FD}" srcOrd="3" destOrd="0" presId="urn:microsoft.com/office/officeart/2005/8/layout/vList3"/>
    <dgm:cxn modelId="{D1D0B047-C744-4117-97E0-EA171E3E806D}" type="presParOf" srcId="{4741D5C9-A434-4193-A4FB-0B310B287826}" destId="{32A2F52F-EC50-41E9-8445-4E007CAF5902}" srcOrd="4" destOrd="0" presId="urn:microsoft.com/office/officeart/2005/8/layout/vList3"/>
    <dgm:cxn modelId="{67E7AF22-19AD-40A0-8951-08E182139407}" type="presParOf" srcId="{32A2F52F-EC50-41E9-8445-4E007CAF5902}" destId="{04ED46AD-D9AF-4589-9762-60C46F200B77}" srcOrd="0" destOrd="0" presId="urn:microsoft.com/office/officeart/2005/8/layout/vList3"/>
    <dgm:cxn modelId="{8547B6D0-119D-4617-B9C3-86D01FEF204B}" type="presParOf" srcId="{32A2F52F-EC50-41E9-8445-4E007CAF5902}" destId="{DB9A43F6-EEC7-45B2-91B5-A3CBA9FBA984}" srcOrd="1" destOrd="0" presId="urn:microsoft.com/office/officeart/2005/8/layout/vList3"/>
    <dgm:cxn modelId="{D692CB0A-5664-4B0C-AB48-3410BCEEDF34}" type="presParOf" srcId="{4741D5C9-A434-4193-A4FB-0B310B287826}" destId="{82564B01-415E-439D-A984-1C624CC8D355}" srcOrd="5" destOrd="0" presId="urn:microsoft.com/office/officeart/2005/8/layout/vList3"/>
    <dgm:cxn modelId="{0767B672-3BDE-417D-9123-0A312EDA2307}" type="presParOf" srcId="{4741D5C9-A434-4193-A4FB-0B310B287826}" destId="{6CF435D1-92D5-4ED9-8682-AACDA9DA19CD}" srcOrd="6" destOrd="0" presId="urn:microsoft.com/office/officeart/2005/8/layout/vList3"/>
    <dgm:cxn modelId="{C4405A96-E180-488E-A48B-5011BCB94517}" type="presParOf" srcId="{6CF435D1-92D5-4ED9-8682-AACDA9DA19CD}" destId="{59C2D616-355F-47E8-8886-3D21B73E573F}" srcOrd="0" destOrd="0" presId="urn:microsoft.com/office/officeart/2005/8/layout/vList3"/>
    <dgm:cxn modelId="{0D0312BA-ED7D-4E91-92C9-8331EF6815A6}" type="presParOf" srcId="{6CF435D1-92D5-4ED9-8682-AACDA9DA19CD}" destId="{7EE10E6D-C888-4F19-ABCF-97B7FF32D23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3C3C6-87C8-4DC3-8CF3-E70B7063BACF}">
      <dsp:nvSpPr>
        <dsp:cNvPr id="0" name=""/>
        <dsp:cNvSpPr/>
      </dsp:nvSpPr>
      <dsp:spPr>
        <a:xfrm>
          <a:off x="1785039" y="1614"/>
          <a:ext cx="1051616" cy="683550"/>
        </a:xfrm>
        <a:prstGeom prst="roundRect">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E-Commerce Product Delivery Prediction</a:t>
          </a:r>
        </a:p>
      </dsp:txBody>
      <dsp:txXfrm>
        <a:off x="1818407" y="34982"/>
        <a:ext cx="984880" cy="616814"/>
      </dsp:txXfrm>
    </dsp:sp>
    <dsp:sp modelId="{29E22AB1-CE71-43A0-AF6B-E7C0372C79CF}">
      <dsp:nvSpPr>
        <dsp:cNvPr id="0" name=""/>
        <dsp:cNvSpPr/>
      </dsp:nvSpPr>
      <dsp:spPr>
        <a:xfrm>
          <a:off x="701496" y="343390"/>
          <a:ext cx="3218701" cy="3218701"/>
        </a:xfrm>
        <a:custGeom>
          <a:avLst/>
          <a:gdLst/>
          <a:ahLst/>
          <a:cxnLst/>
          <a:rect l="0" t="0" r="0" b="0"/>
          <a:pathLst>
            <a:path>
              <a:moveTo>
                <a:pt x="2141868" y="90655"/>
              </a:moveTo>
              <a:arcTo wR="1609350" hR="1609350" stAng="17359366" swAng="1499782"/>
            </a:path>
          </a:pathLst>
        </a:custGeom>
        <a:noFill/>
        <a:ln w="12700" cap="rnd" cmpd="sng" algn="ctr">
          <a:solidFill>
            <a:schemeClr val="accent5">
              <a:hueOff val="0"/>
              <a:satOff val="0"/>
              <a:lumOff val="0"/>
              <a:alphaOff val="0"/>
            </a:schemeClr>
          </a:solidFill>
          <a:prstDash val="solid"/>
        </a:ln>
        <a:effectLst/>
        <a:sp3d z="-40000" prstMaterial="matte"/>
      </dsp:spPr>
      <dsp:style>
        <a:lnRef idx="1">
          <a:scrgbClr r="0" g="0" b="0"/>
        </a:lnRef>
        <a:fillRef idx="0">
          <a:scrgbClr r="0" g="0" b="0"/>
        </a:fillRef>
        <a:effectRef idx="0">
          <a:scrgbClr r="0" g="0" b="0"/>
        </a:effectRef>
        <a:fontRef idx="minor"/>
      </dsp:style>
    </dsp:sp>
    <dsp:sp modelId="{2E277029-42DF-4AB3-A3AF-825C02FFB80A}">
      <dsp:nvSpPr>
        <dsp:cNvPr id="0" name=""/>
        <dsp:cNvSpPr/>
      </dsp:nvSpPr>
      <dsp:spPr>
        <a:xfrm>
          <a:off x="3178778" y="806290"/>
          <a:ext cx="1051616" cy="683550"/>
        </a:xfrm>
        <a:prstGeom prst="roundRect">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Load Data </a:t>
          </a:r>
        </a:p>
      </dsp:txBody>
      <dsp:txXfrm>
        <a:off x="3212146" y="839658"/>
        <a:ext cx="984880" cy="616814"/>
      </dsp:txXfrm>
    </dsp:sp>
    <dsp:sp modelId="{B5962BD6-BF7A-4F3E-B346-A0411097E32B}">
      <dsp:nvSpPr>
        <dsp:cNvPr id="0" name=""/>
        <dsp:cNvSpPr/>
      </dsp:nvSpPr>
      <dsp:spPr>
        <a:xfrm>
          <a:off x="701496" y="343390"/>
          <a:ext cx="3218701" cy="3218701"/>
        </a:xfrm>
        <a:custGeom>
          <a:avLst/>
          <a:gdLst/>
          <a:ahLst/>
          <a:cxnLst/>
          <a:rect l="0" t="0" r="0" b="0"/>
          <a:pathLst>
            <a:path>
              <a:moveTo>
                <a:pt x="3153329" y="1155325"/>
              </a:moveTo>
              <a:arcTo wR="1609350" hR="1609350" stAng="20616803" swAng="1966394"/>
            </a:path>
          </a:pathLst>
        </a:custGeom>
        <a:noFill/>
        <a:ln w="12700" cap="rnd" cmpd="sng" algn="ctr">
          <a:solidFill>
            <a:schemeClr val="accent5">
              <a:hueOff val="0"/>
              <a:satOff val="0"/>
              <a:lumOff val="0"/>
              <a:alphaOff val="0"/>
            </a:schemeClr>
          </a:solidFill>
          <a:prstDash val="solid"/>
        </a:ln>
        <a:effectLst/>
        <a:sp3d z="-40000" prstMaterial="matte"/>
      </dsp:spPr>
      <dsp:style>
        <a:lnRef idx="1">
          <a:scrgbClr r="0" g="0" b="0"/>
        </a:lnRef>
        <a:fillRef idx="0">
          <a:scrgbClr r="0" g="0" b="0"/>
        </a:fillRef>
        <a:effectRef idx="0">
          <a:scrgbClr r="0" g="0" b="0"/>
        </a:effectRef>
        <a:fontRef idx="minor"/>
      </dsp:style>
    </dsp:sp>
    <dsp:sp modelId="{BFC817D1-5839-476B-BCE5-333C181C7B2E}">
      <dsp:nvSpPr>
        <dsp:cNvPr id="0" name=""/>
        <dsp:cNvSpPr/>
      </dsp:nvSpPr>
      <dsp:spPr>
        <a:xfrm>
          <a:off x="3178778" y="2415641"/>
          <a:ext cx="1051616" cy="683550"/>
        </a:xfrm>
        <a:prstGeom prst="roundRect">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Data Overview</a:t>
          </a:r>
        </a:p>
      </dsp:txBody>
      <dsp:txXfrm>
        <a:off x="3212146" y="2449009"/>
        <a:ext cx="984880" cy="616814"/>
      </dsp:txXfrm>
    </dsp:sp>
    <dsp:sp modelId="{2796DDE8-B54A-48E9-BAB2-76A6B0468C45}">
      <dsp:nvSpPr>
        <dsp:cNvPr id="0" name=""/>
        <dsp:cNvSpPr/>
      </dsp:nvSpPr>
      <dsp:spPr>
        <a:xfrm>
          <a:off x="701496" y="343390"/>
          <a:ext cx="3218701" cy="3218701"/>
        </a:xfrm>
        <a:custGeom>
          <a:avLst/>
          <a:gdLst/>
          <a:ahLst/>
          <a:cxnLst/>
          <a:rect l="0" t="0" r="0" b="0"/>
          <a:pathLst>
            <a:path>
              <a:moveTo>
                <a:pt x="2733730" y="2760776"/>
              </a:moveTo>
              <a:arcTo wR="1609350" hR="1609350" stAng="2740852" swAng="1499782"/>
            </a:path>
          </a:pathLst>
        </a:custGeom>
        <a:noFill/>
        <a:ln w="12700" cap="rnd" cmpd="sng" algn="ctr">
          <a:solidFill>
            <a:schemeClr val="accent5">
              <a:hueOff val="0"/>
              <a:satOff val="0"/>
              <a:lumOff val="0"/>
              <a:alphaOff val="0"/>
            </a:schemeClr>
          </a:solidFill>
          <a:prstDash val="solid"/>
        </a:ln>
        <a:effectLst/>
        <a:sp3d z="-40000" prstMaterial="matte"/>
      </dsp:spPr>
      <dsp:style>
        <a:lnRef idx="1">
          <a:scrgbClr r="0" g="0" b="0"/>
        </a:lnRef>
        <a:fillRef idx="0">
          <a:scrgbClr r="0" g="0" b="0"/>
        </a:fillRef>
        <a:effectRef idx="0">
          <a:scrgbClr r="0" g="0" b="0"/>
        </a:effectRef>
        <a:fontRef idx="minor"/>
      </dsp:style>
    </dsp:sp>
    <dsp:sp modelId="{BD40065C-B86C-4E69-A252-E984E2212E22}">
      <dsp:nvSpPr>
        <dsp:cNvPr id="0" name=""/>
        <dsp:cNvSpPr/>
      </dsp:nvSpPr>
      <dsp:spPr>
        <a:xfrm>
          <a:off x="1785039" y="3220316"/>
          <a:ext cx="1051616" cy="683550"/>
        </a:xfrm>
        <a:prstGeom prst="roundRect">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Exploratory Data Analysis</a:t>
          </a:r>
        </a:p>
      </dsp:txBody>
      <dsp:txXfrm>
        <a:off x="1818407" y="3253684"/>
        <a:ext cx="984880" cy="616814"/>
      </dsp:txXfrm>
    </dsp:sp>
    <dsp:sp modelId="{2DA9086C-BA98-485A-8CAD-8B26F416D68A}">
      <dsp:nvSpPr>
        <dsp:cNvPr id="0" name=""/>
        <dsp:cNvSpPr/>
      </dsp:nvSpPr>
      <dsp:spPr>
        <a:xfrm>
          <a:off x="701496" y="343390"/>
          <a:ext cx="3218701" cy="3218701"/>
        </a:xfrm>
        <a:custGeom>
          <a:avLst/>
          <a:gdLst/>
          <a:ahLst/>
          <a:cxnLst/>
          <a:rect l="0" t="0" r="0" b="0"/>
          <a:pathLst>
            <a:path>
              <a:moveTo>
                <a:pt x="1076833" y="3128046"/>
              </a:moveTo>
              <a:arcTo wR="1609350" hR="1609350" stAng="6559366" swAng="1499782"/>
            </a:path>
          </a:pathLst>
        </a:custGeom>
        <a:noFill/>
        <a:ln w="12700" cap="rnd" cmpd="sng" algn="ctr">
          <a:solidFill>
            <a:schemeClr val="accent5">
              <a:hueOff val="0"/>
              <a:satOff val="0"/>
              <a:lumOff val="0"/>
              <a:alphaOff val="0"/>
            </a:schemeClr>
          </a:solidFill>
          <a:prstDash val="solid"/>
        </a:ln>
        <a:effectLst/>
        <a:sp3d z="-40000" prstMaterial="matte"/>
      </dsp:spPr>
      <dsp:style>
        <a:lnRef idx="1">
          <a:scrgbClr r="0" g="0" b="0"/>
        </a:lnRef>
        <a:fillRef idx="0">
          <a:scrgbClr r="0" g="0" b="0"/>
        </a:fillRef>
        <a:effectRef idx="0">
          <a:scrgbClr r="0" g="0" b="0"/>
        </a:effectRef>
        <a:fontRef idx="minor"/>
      </dsp:style>
    </dsp:sp>
    <dsp:sp modelId="{B6027609-138F-438D-8238-FF8402FB07ED}">
      <dsp:nvSpPr>
        <dsp:cNvPr id="0" name=""/>
        <dsp:cNvSpPr/>
      </dsp:nvSpPr>
      <dsp:spPr>
        <a:xfrm>
          <a:off x="391300" y="2415641"/>
          <a:ext cx="1051616" cy="683550"/>
        </a:xfrm>
        <a:prstGeom prst="roundRect">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Data Preprocessing &amp; Feature Engineering</a:t>
          </a:r>
        </a:p>
      </dsp:txBody>
      <dsp:txXfrm>
        <a:off x="424668" y="2449009"/>
        <a:ext cx="984880" cy="616814"/>
      </dsp:txXfrm>
    </dsp:sp>
    <dsp:sp modelId="{5CEC8580-B40B-4ADD-B347-89763F4A4F60}">
      <dsp:nvSpPr>
        <dsp:cNvPr id="0" name=""/>
        <dsp:cNvSpPr/>
      </dsp:nvSpPr>
      <dsp:spPr>
        <a:xfrm>
          <a:off x="701496" y="343390"/>
          <a:ext cx="3218701" cy="3218701"/>
        </a:xfrm>
        <a:custGeom>
          <a:avLst/>
          <a:gdLst/>
          <a:ahLst/>
          <a:cxnLst/>
          <a:rect l="0" t="0" r="0" b="0"/>
          <a:pathLst>
            <a:path>
              <a:moveTo>
                <a:pt x="65371" y="2063376"/>
              </a:moveTo>
              <a:arcTo wR="1609350" hR="1609350" stAng="9816803" swAng="1966394"/>
            </a:path>
          </a:pathLst>
        </a:custGeom>
        <a:noFill/>
        <a:ln w="12700" cap="rnd" cmpd="sng" algn="ctr">
          <a:solidFill>
            <a:schemeClr val="accent5">
              <a:hueOff val="0"/>
              <a:satOff val="0"/>
              <a:lumOff val="0"/>
              <a:alphaOff val="0"/>
            </a:schemeClr>
          </a:solidFill>
          <a:prstDash val="solid"/>
        </a:ln>
        <a:effectLst/>
        <a:sp3d z="-40000" prstMaterial="matte"/>
      </dsp:spPr>
      <dsp:style>
        <a:lnRef idx="1">
          <a:scrgbClr r="0" g="0" b="0"/>
        </a:lnRef>
        <a:fillRef idx="0">
          <a:scrgbClr r="0" g="0" b="0"/>
        </a:fillRef>
        <a:effectRef idx="0">
          <a:scrgbClr r="0" g="0" b="0"/>
        </a:effectRef>
        <a:fontRef idx="minor"/>
      </dsp:style>
    </dsp:sp>
    <dsp:sp modelId="{E36B139F-B437-4BEC-8A97-CA566AAF64F9}">
      <dsp:nvSpPr>
        <dsp:cNvPr id="0" name=""/>
        <dsp:cNvSpPr/>
      </dsp:nvSpPr>
      <dsp:spPr>
        <a:xfrm>
          <a:off x="391300" y="806290"/>
          <a:ext cx="1051616" cy="683550"/>
        </a:xfrm>
        <a:prstGeom prst="roundRect">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kern="1200" dirty="0"/>
            <a:t>Model Building &amp; Comparison</a:t>
          </a:r>
        </a:p>
      </dsp:txBody>
      <dsp:txXfrm>
        <a:off x="424668" y="839658"/>
        <a:ext cx="984880" cy="616814"/>
      </dsp:txXfrm>
    </dsp:sp>
    <dsp:sp modelId="{DECF1DDD-3736-4F2C-9179-50C0EE7D00C0}">
      <dsp:nvSpPr>
        <dsp:cNvPr id="0" name=""/>
        <dsp:cNvSpPr/>
      </dsp:nvSpPr>
      <dsp:spPr>
        <a:xfrm>
          <a:off x="701496" y="343390"/>
          <a:ext cx="3218701" cy="3218701"/>
        </a:xfrm>
        <a:custGeom>
          <a:avLst/>
          <a:gdLst/>
          <a:ahLst/>
          <a:cxnLst/>
          <a:rect l="0" t="0" r="0" b="0"/>
          <a:pathLst>
            <a:path>
              <a:moveTo>
                <a:pt x="484971" y="457925"/>
              </a:moveTo>
              <a:arcTo wR="1609350" hR="1609350" stAng="13540852" swAng="1499782"/>
            </a:path>
          </a:pathLst>
        </a:custGeom>
        <a:noFill/>
        <a:ln w="12700" cap="rnd" cmpd="sng" algn="ctr">
          <a:solidFill>
            <a:schemeClr val="accent5">
              <a:hueOff val="0"/>
              <a:satOff val="0"/>
              <a:lumOff val="0"/>
              <a:alphaOff val="0"/>
            </a:schemeClr>
          </a:solidFill>
          <a:prstDash val="solid"/>
        </a:ln>
        <a:effectLst/>
        <a:sp3d z="-40000" prstMaterial="matte"/>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1EDA7A-56D5-409D-AB58-6ED2473250FB}">
      <dsp:nvSpPr>
        <dsp:cNvPr id="0" name=""/>
        <dsp:cNvSpPr/>
      </dsp:nvSpPr>
      <dsp:spPr>
        <a:xfrm rot="10800000">
          <a:off x="1282455" y="2330"/>
          <a:ext cx="3895208" cy="1205326"/>
        </a:xfrm>
        <a:prstGeom prst="homePlate">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31515" tIns="95250" rIns="17780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Logistic Regression</a:t>
          </a:r>
        </a:p>
      </dsp:txBody>
      <dsp:txXfrm rot="10800000">
        <a:off x="1583786" y="2330"/>
        <a:ext cx="3593877" cy="1205326"/>
      </dsp:txXfrm>
    </dsp:sp>
    <dsp:sp modelId="{6A501083-92F4-499C-898E-80240BB9F209}">
      <dsp:nvSpPr>
        <dsp:cNvPr id="0" name=""/>
        <dsp:cNvSpPr/>
      </dsp:nvSpPr>
      <dsp:spPr>
        <a:xfrm>
          <a:off x="679792" y="2330"/>
          <a:ext cx="1205326" cy="1205326"/>
        </a:xfrm>
        <a:prstGeom prst="ellipse">
          <a:avLst/>
        </a:prstGeom>
        <a:blipFill>
          <a:blip xmlns:r="http://schemas.openxmlformats.org/officeDocument/2006/relationships" r:embed="rId1"/>
          <a:srcRect/>
          <a:stretch>
            <a:fillRect l="-33000" r="-33000"/>
          </a:stretch>
        </a:blipFill>
        <a:ln>
          <a:noFill/>
        </a:ln>
        <a:effectLst/>
        <a:sp3d z="5715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5B11CA43-A48A-4B54-ABAB-996925BCDD1D}">
      <dsp:nvSpPr>
        <dsp:cNvPr id="0" name=""/>
        <dsp:cNvSpPr/>
      </dsp:nvSpPr>
      <dsp:spPr>
        <a:xfrm rot="10800000">
          <a:off x="1282455" y="1567455"/>
          <a:ext cx="3895208" cy="1205326"/>
        </a:xfrm>
        <a:prstGeom prst="homePlate">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31515" tIns="95250" rIns="17780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Decision Tree</a:t>
          </a:r>
        </a:p>
      </dsp:txBody>
      <dsp:txXfrm rot="10800000">
        <a:off x="1583786" y="1567455"/>
        <a:ext cx="3593877" cy="1205326"/>
      </dsp:txXfrm>
    </dsp:sp>
    <dsp:sp modelId="{B0CD8FB0-8CB0-4198-AB71-28A86144DD6D}">
      <dsp:nvSpPr>
        <dsp:cNvPr id="0" name=""/>
        <dsp:cNvSpPr/>
      </dsp:nvSpPr>
      <dsp:spPr>
        <a:xfrm>
          <a:off x="679792" y="1567455"/>
          <a:ext cx="1205326" cy="1205326"/>
        </a:xfrm>
        <a:prstGeom prst="ellipse">
          <a:avLst/>
        </a:prstGeom>
        <a:blipFill>
          <a:blip xmlns:r="http://schemas.openxmlformats.org/officeDocument/2006/relationships" r:embed="rId2"/>
          <a:srcRect/>
          <a:stretch>
            <a:fillRect l="-39000" r="-39000"/>
          </a:stretch>
        </a:blipFill>
        <a:ln>
          <a:noFill/>
        </a:ln>
        <a:effectLst/>
        <a:sp3d z="5715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DB9A43F6-EEC7-45B2-91B5-A3CBA9FBA984}">
      <dsp:nvSpPr>
        <dsp:cNvPr id="0" name=""/>
        <dsp:cNvSpPr/>
      </dsp:nvSpPr>
      <dsp:spPr>
        <a:xfrm rot="10800000">
          <a:off x="1282455" y="3132580"/>
          <a:ext cx="3895208" cy="1205326"/>
        </a:xfrm>
        <a:prstGeom prst="homePlate">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31515" tIns="95250" rIns="17780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Random Forest Classifire</a:t>
          </a:r>
        </a:p>
      </dsp:txBody>
      <dsp:txXfrm rot="10800000">
        <a:off x="1583786" y="3132580"/>
        <a:ext cx="3593877" cy="1205326"/>
      </dsp:txXfrm>
    </dsp:sp>
    <dsp:sp modelId="{04ED46AD-D9AF-4589-9762-60C46F200B77}">
      <dsp:nvSpPr>
        <dsp:cNvPr id="0" name=""/>
        <dsp:cNvSpPr/>
      </dsp:nvSpPr>
      <dsp:spPr>
        <a:xfrm>
          <a:off x="679792" y="3132580"/>
          <a:ext cx="1205326" cy="1205326"/>
        </a:xfrm>
        <a:prstGeom prst="ellipse">
          <a:avLst/>
        </a:prstGeom>
        <a:blipFill>
          <a:blip xmlns:r="http://schemas.openxmlformats.org/officeDocument/2006/relationships" r:embed="rId3"/>
          <a:srcRect/>
          <a:stretch>
            <a:fillRect l="-39000" r="-39000"/>
          </a:stretch>
        </a:blipFill>
        <a:ln>
          <a:noFill/>
        </a:ln>
        <a:effectLst/>
        <a:sp3d z="57150" extrusionH="63500" contourW="12700" prstMaterial="matte">
          <a:contourClr>
            <a:schemeClr val="lt1"/>
          </a:contourClr>
        </a:sp3d>
      </dsp:spPr>
      <dsp:style>
        <a:lnRef idx="0">
          <a:scrgbClr r="0" g="0" b="0"/>
        </a:lnRef>
        <a:fillRef idx="1">
          <a:scrgbClr r="0" g="0" b="0"/>
        </a:fillRef>
        <a:effectRef idx="0">
          <a:scrgbClr r="0" g="0" b="0"/>
        </a:effectRef>
        <a:fontRef idx="minor"/>
      </dsp:style>
    </dsp:sp>
    <dsp:sp modelId="{7EE10E6D-C888-4F19-ABCF-97B7FF32D236}">
      <dsp:nvSpPr>
        <dsp:cNvPr id="0" name=""/>
        <dsp:cNvSpPr/>
      </dsp:nvSpPr>
      <dsp:spPr>
        <a:xfrm rot="10800000">
          <a:off x="1282455" y="4697706"/>
          <a:ext cx="3895208" cy="1205326"/>
        </a:xfrm>
        <a:prstGeom prst="homePlate">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31515" tIns="95250" rIns="17780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K Nearest Neighbour(KNN)</a:t>
          </a:r>
        </a:p>
      </dsp:txBody>
      <dsp:txXfrm rot="10800000">
        <a:off x="1583786" y="4697706"/>
        <a:ext cx="3593877" cy="1205326"/>
      </dsp:txXfrm>
    </dsp:sp>
    <dsp:sp modelId="{59C2D616-355F-47E8-8886-3D21B73E573F}">
      <dsp:nvSpPr>
        <dsp:cNvPr id="0" name=""/>
        <dsp:cNvSpPr/>
      </dsp:nvSpPr>
      <dsp:spPr>
        <a:xfrm>
          <a:off x="679792" y="4697706"/>
          <a:ext cx="1205326" cy="1205326"/>
        </a:xfrm>
        <a:prstGeom prst="ellipse">
          <a:avLst/>
        </a:prstGeom>
        <a:blipFill>
          <a:blip xmlns:r="http://schemas.openxmlformats.org/officeDocument/2006/relationships" r:embed="rId4"/>
          <a:srcRect/>
          <a:stretch>
            <a:fillRect l="-39000" r="-39000"/>
          </a:stretch>
        </a:blipFill>
        <a:ln>
          <a:noFill/>
        </a:ln>
        <a:effectLst/>
        <a:sp3d z="57150" extrusionH="63500" contourW="12700" prstMaterial="matte">
          <a:contourClr>
            <a:schemeClr val="lt1"/>
          </a:contourClr>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04-12-2025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2659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0121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596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71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628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8607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0030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13296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1705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8561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057488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214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42858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37645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3541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378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6083226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894754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1271832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12/4/2025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pic>
        <p:nvPicPr>
          <p:cNvPr id="8" name="Picture 4" descr="Top Ranked Data Science Institute, Classroom Plus Online Training | Boston  Institute of Analytics">
            <a:extLst>
              <a:ext uri="{FF2B5EF4-FFF2-40B4-BE49-F238E27FC236}">
                <a16:creationId xmlns:a16="http://schemas.microsoft.com/office/drawing/2014/main" id="{6EA830D9-A91C-2AA4-1E18-8F754ED6C1FF}"/>
              </a:ext>
            </a:extLst>
          </p:cNvPr>
          <p:cNvPicPr>
            <a:picLocks noChangeAspect="1" noChangeArrowheads="1"/>
          </p:cNvPicPr>
          <p:nvPr userDrawn="1"/>
        </p:nvPicPr>
        <p:blipFill rotWithShape="1">
          <a:blip r:embed="rId32"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C11BFBCC-2C65-387D-C4BA-07A2E647960F}"/>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3420271518"/>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 id="2147483793" r:id="rId18"/>
    <p:sldLayoutId id="2147483795" r:id="rId19"/>
    <p:sldLayoutId id="2147483662" r:id="rId20"/>
    <p:sldLayoutId id="2147483672" r:id="rId21"/>
    <p:sldLayoutId id="2147483673" r:id="rId22"/>
    <p:sldLayoutId id="2147483677" r:id="rId23"/>
    <p:sldLayoutId id="2147483676" r:id="rId24"/>
    <p:sldLayoutId id="2147483663" r:id="rId25"/>
    <p:sldLayoutId id="2147483664" r:id="rId26"/>
    <p:sldLayoutId id="2147483665" r:id="rId27"/>
    <p:sldLayoutId id="2147483666" r:id="rId28"/>
    <p:sldLayoutId id="2147483668" r:id="rId29"/>
    <p:sldLayoutId id="2147483670" r:id="rId30"/>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E-Commerce Product Delivery Prediction</a:t>
            </a:r>
          </a:p>
        </p:txBody>
      </p:sp>
      <p:sp>
        <p:nvSpPr>
          <p:cNvPr id="3" name="TextBox 2">
            <a:extLst>
              <a:ext uri="{FF2B5EF4-FFF2-40B4-BE49-F238E27FC236}">
                <a16:creationId xmlns:a16="http://schemas.microsoft.com/office/drawing/2014/main" id="{8FEE8E55-0637-1A6F-4135-4949FB415449}"/>
              </a:ext>
            </a:extLst>
          </p:cNvPr>
          <p:cNvSpPr txBox="1"/>
          <p:nvPr/>
        </p:nvSpPr>
        <p:spPr>
          <a:xfrm>
            <a:off x="8140147" y="3599812"/>
            <a:ext cx="2832653" cy="523220"/>
          </a:xfrm>
          <a:prstGeom prst="rect">
            <a:avLst/>
          </a:prstGeom>
          <a:noFill/>
        </p:spPr>
        <p:txBody>
          <a:bodyPr wrap="square" rtlCol="0">
            <a:spAutoFit/>
          </a:bodyPr>
          <a:lstStyle/>
          <a:p>
            <a:r>
              <a:rPr lang="en-US" sz="2800" dirty="0">
                <a:solidFill>
                  <a:schemeClr val="bg1"/>
                </a:solidFill>
              </a:rPr>
              <a:t> Ankush Shyamal</a:t>
            </a:r>
            <a:endParaRPr lang="en-IN" sz="2800" dirty="0">
              <a:solidFill>
                <a:schemeClr val="bg1"/>
              </a:solidFill>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0" y="1315764"/>
            <a:ext cx="8596668" cy="4697410"/>
          </a:xfrm>
        </p:spPr>
        <p:txBody>
          <a:bodyPr>
            <a:normAutofit/>
          </a:bodyPr>
          <a:lstStyle/>
          <a:p>
            <a:r>
              <a:rPr lang="en-US" dirty="0">
                <a:solidFill>
                  <a:schemeClr val="tx1">
                    <a:lumMod val="95000"/>
                    <a:lumOff val="5000"/>
                  </a:schemeClr>
                </a:solidFill>
                <a:latin typeface="Franklin Gothic Heavy" panose="020B0903020102020204" pitchFamily="34" charset="0"/>
              </a:rPr>
              <a:t>Objective</a:t>
            </a:r>
            <a:r>
              <a:rPr lang="en-US" dirty="0"/>
              <a:t> - </a:t>
            </a:r>
            <a:r>
              <a:rPr lang="en-US" dirty="0">
                <a:latin typeface="Aptos" panose="020B0004020202020204" pitchFamily="34" charset="0"/>
              </a:rPr>
              <a:t>To</a:t>
            </a:r>
            <a:r>
              <a:rPr lang="en-US" dirty="0"/>
              <a:t> develop a robust machine learning classification model that utilizes historical data to predict the probability of a shipment reaching the customer on time.</a:t>
            </a:r>
          </a:p>
          <a:p>
            <a:r>
              <a:rPr lang="en-US" dirty="0">
                <a:solidFill>
                  <a:schemeClr val="tx1">
                    <a:lumMod val="95000"/>
                    <a:lumOff val="5000"/>
                  </a:schemeClr>
                </a:solidFill>
                <a:latin typeface="Franklin Gothic Heavy" panose="020B0903020102020204" pitchFamily="34" charset="0"/>
              </a:rPr>
              <a:t>Motivation - </a:t>
            </a:r>
            <a:r>
              <a:rPr lang="en-US" dirty="0"/>
              <a:t>Use machine learning to spot and reduce delays, keeping customers happy and operations efficient.</a:t>
            </a:r>
            <a:endParaRPr lang="en-US" dirty="0">
              <a:solidFill>
                <a:schemeClr val="tx1">
                  <a:lumMod val="95000"/>
                  <a:lumOff val="5000"/>
                </a:schemeClr>
              </a:solidFill>
              <a:latin typeface="Franklin Gothic Heavy" panose="020B0903020102020204" pitchFamily="34" charset="0"/>
            </a:endParaRPr>
          </a:p>
          <a:p>
            <a:r>
              <a:rPr lang="en-IN" dirty="0">
                <a:solidFill>
                  <a:schemeClr val="tx1">
                    <a:lumMod val="95000"/>
                    <a:lumOff val="5000"/>
                  </a:schemeClr>
                </a:solidFill>
                <a:latin typeface="Franklin Gothic Heavy" panose="020B0903020102020204" pitchFamily="34" charset="0"/>
              </a:rPr>
              <a:t>Deliverables</a:t>
            </a:r>
            <a:r>
              <a:rPr lang="en-IN" dirty="0"/>
              <a:t> –</a:t>
            </a:r>
          </a:p>
          <a:p>
            <a:pPr marL="457200" lvl="1" indent="0">
              <a:buNone/>
            </a:pPr>
            <a:r>
              <a:rPr lang="en-IN" dirty="0">
                <a:solidFill>
                  <a:schemeClr val="accent1">
                    <a:lumMod val="75000"/>
                  </a:schemeClr>
                </a:solidFill>
              </a:rPr>
              <a:t>A</a:t>
            </a:r>
            <a:r>
              <a:rPr lang="en-IN" dirty="0"/>
              <a:t>. </a:t>
            </a:r>
            <a:r>
              <a:rPr lang="en-US" dirty="0"/>
              <a:t>Documented machine learning models specifically designed for predicting product delivery timeliness. </a:t>
            </a:r>
          </a:p>
          <a:p>
            <a:pPr marL="457200" lvl="1" indent="0">
              <a:buNone/>
            </a:pPr>
            <a:r>
              <a:rPr lang="en-US" dirty="0">
                <a:solidFill>
                  <a:schemeClr val="accent1">
                    <a:lumMod val="75000"/>
                  </a:schemeClr>
                </a:solidFill>
              </a:rPr>
              <a:t>B</a:t>
            </a:r>
            <a:r>
              <a:rPr lang="en-US" dirty="0"/>
              <a:t>. Comprehensive data visualizations illustrating relationships between various factors and delivery performance. </a:t>
            </a:r>
          </a:p>
          <a:p>
            <a:pPr marL="457200" lvl="1" indent="0">
              <a:buNone/>
            </a:pPr>
            <a:r>
              <a:rPr lang="en-US" dirty="0">
                <a:solidFill>
                  <a:schemeClr val="accent1">
                    <a:lumMod val="75000"/>
                  </a:schemeClr>
                </a:solidFill>
              </a:rPr>
              <a:t>C</a:t>
            </a:r>
            <a:r>
              <a:rPr lang="en-US" dirty="0"/>
              <a:t>. A comparative analysis of different machine learning algorithms for this classification task</a:t>
            </a:r>
          </a:p>
          <a:p>
            <a:pPr marL="0" indent="0">
              <a:buNone/>
            </a:pPr>
            <a:endParaRPr lang="en-IN" dirty="0"/>
          </a:p>
        </p:txBody>
      </p:sp>
      <p:graphicFrame>
        <p:nvGraphicFramePr>
          <p:cNvPr id="6" name="Table 5">
            <a:extLst>
              <a:ext uri="{FF2B5EF4-FFF2-40B4-BE49-F238E27FC236}">
                <a16:creationId xmlns:a16="http://schemas.microsoft.com/office/drawing/2014/main" id="{65177DFE-9C86-84FC-E021-84EB6CE759EC}"/>
              </a:ext>
            </a:extLst>
          </p:cNvPr>
          <p:cNvGraphicFramePr>
            <a:graphicFrameLocks noGrp="1"/>
          </p:cNvGraphicFramePr>
          <p:nvPr>
            <p:extLst>
              <p:ext uri="{D42A27DB-BD31-4B8C-83A1-F6EECF244321}">
                <p14:modId xmlns:p14="http://schemas.microsoft.com/office/powerpoint/2010/main" val="4008193266"/>
              </p:ext>
            </p:extLst>
          </p:nvPr>
        </p:nvGraphicFramePr>
        <p:xfrm>
          <a:off x="463709" y="173013"/>
          <a:ext cx="8233823" cy="612775"/>
        </p:xfrm>
        <a:graphic>
          <a:graphicData uri="http://schemas.openxmlformats.org/drawingml/2006/table">
            <a:tbl>
              <a:tblPr firstRow="1" bandRow="1">
                <a:tableStyleId>{327F97BB-C833-4FB7-BDE5-3F7075034690}</a:tableStyleId>
              </a:tblPr>
              <a:tblGrid>
                <a:gridCol w="8233823">
                  <a:extLst>
                    <a:ext uri="{9D8B030D-6E8A-4147-A177-3AD203B41FA5}">
                      <a16:colId xmlns:a16="http://schemas.microsoft.com/office/drawing/2014/main" val="625227949"/>
                    </a:ext>
                  </a:extLst>
                </a:gridCol>
              </a:tblGrid>
              <a:tr h="612775">
                <a:tc>
                  <a:txBody>
                    <a:bodyPr/>
                    <a:lstStyle/>
                    <a:p>
                      <a:r>
                        <a:rPr lang="en-IN" sz="3200" dirty="0"/>
                        <a:t>E-Commerce Product Delivery Prediction</a:t>
                      </a:r>
                    </a:p>
                  </a:txBody>
                  <a:tcPr/>
                </a:tc>
                <a:extLst>
                  <a:ext uri="{0D108BD9-81ED-4DB2-BD59-A6C34878D82A}">
                    <a16:rowId xmlns:a16="http://schemas.microsoft.com/office/drawing/2014/main" val="3987058852"/>
                  </a:ext>
                </a:extLst>
              </a:tr>
            </a:tbl>
          </a:graphicData>
        </a:graphic>
      </p:graphicFrame>
      <p:graphicFrame>
        <p:nvGraphicFramePr>
          <p:cNvPr id="2" name="Diagram 1">
            <a:extLst>
              <a:ext uri="{FF2B5EF4-FFF2-40B4-BE49-F238E27FC236}">
                <a16:creationId xmlns:a16="http://schemas.microsoft.com/office/drawing/2014/main" id="{48FA1446-ED14-8FC6-9DF8-2B614EE15DEF}"/>
              </a:ext>
            </a:extLst>
          </p:cNvPr>
          <p:cNvGraphicFramePr/>
          <p:nvPr>
            <p:extLst>
              <p:ext uri="{D42A27DB-BD31-4B8C-83A1-F6EECF244321}">
                <p14:modId xmlns:p14="http://schemas.microsoft.com/office/powerpoint/2010/main" val="2759326055"/>
              </p:ext>
            </p:extLst>
          </p:nvPr>
        </p:nvGraphicFramePr>
        <p:xfrm>
          <a:off x="7828723" y="1173413"/>
          <a:ext cx="4621695" cy="3905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BC64D-1B21-65B1-A624-936B3F01E8E7}"/>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F933076-97FC-D8E0-3F96-BDDC95AD8538}"/>
              </a:ext>
            </a:extLst>
          </p:cNvPr>
          <p:cNvGraphicFramePr>
            <a:graphicFrameLocks noGrp="1"/>
          </p:cNvGraphicFramePr>
          <p:nvPr>
            <p:extLst>
              <p:ext uri="{D42A27DB-BD31-4B8C-83A1-F6EECF244321}">
                <p14:modId xmlns:p14="http://schemas.microsoft.com/office/powerpoint/2010/main" val="2521692968"/>
              </p:ext>
            </p:extLst>
          </p:nvPr>
        </p:nvGraphicFramePr>
        <p:xfrm>
          <a:off x="463710" y="173013"/>
          <a:ext cx="9107672" cy="612775"/>
        </p:xfrm>
        <a:graphic>
          <a:graphicData uri="http://schemas.openxmlformats.org/drawingml/2006/table">
            <a:tbl>
              <a:tblPr firstRow="1" bandRow="1">
                <a:tableStyleId>{327F97BB-C833-4FB7-BDE5-3F7075034690}</a:tableStyleId>
              </a:tblPr>
              <a:tblGrid>
                <a:gridCol w="9107672">
                  <a:extLst>
                    <a:ext uri="{9D8B030D-6E8A-4147-A177-3AD203B41FA5}">
                      <a16:colId xmlns:a16="http://schemas.microsoft.com/office/drawing/2014/main" val="625227949"/>
                    </a:ext>
                  </a:extLst>
                </a:gridCol>
              </a:tblGrid>
              <a:tr h="612775">
                <a:tc>
                  <a:txBody>
                    <a:bodyPr/>
                    <a:lstStyle/>
                    <a:p>
                      <a:r>
                        <a:rPr lang="en-IN" sz="3200" dirty="0"/>
                        <a:t>Data Overview</a:t>
                      </a:r>
                    </a:p>
                  </a:txBody>
                  <a:tcPr/>
                </a:tc>
                <a:extLst>
                  <a:ext uri="{0D108BD9-81ED-4DB2-BD59-A6C34878D82A}">
                    <a16:rowId xmlns:a16="http://schemas.microsoft.com/office/drawing/2014/main" val="3987058852"/>
                  </a:ext>
                </a:extLst>
              </a:tr>
            </a:tbl>
          </a:graphicData>
        </a:graphic>
      </p:graphicFrame>
      <p:sp>
        <p:nvSpPr>
          <p:cNvPr id="15" name="Content Placeholder 14">
            <a:extLst>
              <a:ext uri="{FF2B5EF4-FFF2-40B4-BE49-F238E27FC236}">
                <a16:creationId xmlns:a16="http://schemas.microsoft.com/office/drawing/2014/main" id="{2B53E25F-B43A-2310-D350-AF1EFBBB4C6F}"/>
              </a:ext>
            </a:extLst>
          </p:cNvPr>
          <p:cNvSpPr>
            <a:spLocks noGrp="1"/>
          </p:cNvSpPr>
          <p:nvPr>
            <p:ph idx="1"/>
          </p:nvPr>
        </p:nvSpPr>
        <p:spPr>
          <a:xfrm>
            <a:off x="463709" y="989325"/>
            <a:ext cx="9107673" cy="870846"/>
          </a:xfrm>
        </p:spPr>
        <p:txBody>
          <a:bodyPr>
            <a:normAutofit lnSpcReduction="10000"/>
          </a:bodyPr>
          <a:lstStyle/>
          <a:p>
            <a:r>
              <a:rPr lang="en-IN" dirty="0"/>
              <a:t>The dataset consist of 10999 observations and 12 feature out of that 6 numeric column 4 categorical column 1 target variable(Reached on time Y.N) and one id column.</a:t>
            </a:r>
          </a:p>
        </p:txBody>
      </p:sp>
      <p:pic>
        <p:nvPicPr>
          <p:cNvPr id="5" name="Picture 4">
            <a:extLst>
              <a:ext uri="{FF2B5EF4-FFF2-40B4-BE49-F238E27FC236}">
                <a16:creationId xmlns:a16="http://schemas.microsoft.com/office/drawing/2014/main" id="{6A1E6C36-C2BD-B95C-0240-DFCE035B792F}"/>
              </a:ext>
            </a:extLst>
          </p:cNvPr>
          <p:cNvPicPr>
            <a:picLocks noChangeAspect="1"/>
          </p:cNvPicPr>
          <p:nvPr/>
        </p:nvPicPr>
        <p:blipFill>
          <a:blip r:embed="rId2"/>
          <a:stretch>
            <a:fillRect/>
          </a:stretch>
        </p:blipFill>
        <p:spPr>
          <a:xfrm>
            <a:off x="463710" y="1860171"/>
            <a:ext cx="9067348" cy="42523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41283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BA33E-4095-EFE5-63CF-16656B30897A}"/>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112FE9D-D30D-A5D0-BDFF-23214674D08B}"/>
              </a:ext>
            </a:extLst>
          </p:cNvPr>
          <p:cNvGraphicFramePr>
            <a:graphicFrameLocks noGrp="1"/>
          </p:cNvGraphicFramePr>
          <p:nvPr>
            <p:extLst>
              <p:ext uri="{D42A27DB-BD31-4B8C-83A1-F6EECF244321}">
                <p14:modId xmlns:p14="http://schemas.microsoft.com/office/powerpoint/2010/main" val="1712586103"/>
              </p:ext>
            </p:extLst>
          </p:nvPr>
        </p:nvGraphicFramePr>
        <p:xfrm>
          <a:off x="317427" y="272814"/>
          <a:ext cx="9283774" cy="612775"/>
        </p:xfrm>
        <a:graphic>
          <a:graphicData uri="http://schemas.openxmlformats.org/drawingml/2006/table">
            <a:tbl>
              <a:tblPr firstRow="1" bandRow="1">
                <a:tableStyleId>{327F97BB-C833-4FB7-BDE5-3F7075034690}</a:tableStyleId>
              </a:tblPr>
              <a:tblGrid>
                <a:gridCol w="9283774">
                  <a:extLst>
                    <a:ext uri="{9D8B030D-6E8A-4147-A177-3AD203B41FA5}">
                      <a16:colId xmlns:a16="http://schemas.microsoft.com/office/drawing/2014/main" val="625227949"/>
                    </a:ext>
                  </a:extLst>
                </a:gridCol>
              </a:tblGrid>
              <a:tr h="612775">
                <a:tc>
                  <a:txBody>
                    <a:bodyPr/>
                    <a:lstStyle/>
                    <a:p>
                      <a:pPr algn="ctr"/>
                      <a:r>
                        <a:rPr lang="en-IN" sz="3200" dirty="0"/>
                        <a:t>Exploratory Data Analysis(EDA)</a:t>
                      </a:r>
                    </a:p>
                  </a:txBody>
                  <a:tcPr/>
                </a:tc>
                <a:extLst>
                  <a:ext uri="{0D108BD9-81ED-4DB2-BD59-A6C34878D82A}">
                    <a16:rowId xmlns:a16="http://schemas.microsoft.com/office/drawing/2014/main" val="3987058852"/>
                  </a:ext>
                </a:extLst>
              </a:tr>
            </a:tbl>
          </a:graphicData>
        </a:graphic>
      </p:graphicFrame>
      <p:sp>
        <p:nvSpPr>
          <p:cNvPr id="15" name="Content Placeholder 14">
            <a:extLst>
              <a:ext uri="{FF2B5EF4-FFF2-40B4-BE49-F238E27FC236}">
                <a16:creationId xmlns:a16="http://schemas.microsoft.com/office/drawing/2014/main" id="{BA20D4BA-BF0A-A687-6CED-4FABA3F04572}"/>
              </a:ext>
            </a:extLst>
          </p:cNvPr>
          <p:cNvSpPr>
            <a:spLocks noGrp="1"/>
          </p:cNvSpPr>
          <p:nvPr>
            <p:ph idx="1"/>
          </p:nvPr>
        </p:nvSpPr>
        <p:spPr>
          <a:xfrm>
            <a:off x="317426" y="1862411"/>
            <a:ext cx="4549435" cy="2242446"/>
          </a:xfrm>
        </p:spPr>
        <p:txBody>
          <a:bodyPr/>
          <a:lstStyle/>
          <a:p>
            <a:r>
              <a:rPr lang="en-IN" b="1" u="sng" dirty="0">
                <a:solidFill>
                  <a:srgbClr val="7030A0"/>
                </a:solidFill>
              </a:rPr>
              <a:t>EDA TECHNIQUES</a:t>
            </a:r>
          </a:p>
          <a:p>
            <a:pPr lvl="1"/>
            <a:r>
              <a:rPr lang="en-IN" dirty="0"/>
              <a:t>Target variable distribution</a:t>
            </a:r>
          </a:p>
          <a:p>
            <a:pPr lvl="1"/>
            <a:r>
              <a:rPr lang="en-IN" dirty="0"/>
              <a:t>Numerical feature distribution</a:t>
            </a:r>
          </a:p>
          <a:p>
            <a:pPr lvl="1"/>
            <a:r>
              <a:rPr lang="en-IN" dirty="0"/>
              <a:t>Categorical feature distribution</a:t>
            </a:r>
          </a:p>
          <a:p>
            <a:pPr lvl="1"/>
            <a:r>
              <a:rPr lang="en-US" dirty="0"/>
              <a:t>Impact of discount on delivery time</a:t>
            </a:r>
          </a:p>
          <a:p>
            <a:pPr lvl="1"/>
            <a:r>
              <a:rPr lang="en-IN" dirty="0"/>
              <a:t>Correlation heatmap</a:t>
            </a:r>
          </a:p>
        </p:txBody>
      </p:sp>
      <p:pic>
        <p:nvPicPr>
          <p:cNvPr id="3" name="Picture 2">
            <a:extLst>
              <a:ext uri="{FF2B5EF4-FFF2-40B4-BE49-F238E27FC236}">
                <a16:creationId xmlns:a16="http://schemas.microsoft.com/office/drawing/2014/main" id="{329DCB8D-908D-DB44-2EDB-02BE0537A7AC}"/>
              </a:ext>
            </a:extLst>
          </p:cNvPr>
          <p:cNvPicPr>
            <a:picLocks noChangeAspect="1"/>
          </p:cNvPicPr>
          <p:nvPr/>
        </p:nvPicPr>
        <p:blipFill>
          <a:blip r:embed="rId2"/>
          <a:stretch>
            <a:fillRect/>
          </a:stretch>
        </p:blipFill>
        <p:spPr>
          <a:xfrm>
            <a:off x="4866861" y="1081020"/>
            <a:ext cx="5824330" cy="492705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1331974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AFA65-9C09-E54B-3AC6-09804999CB29}"/>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8A969C4-C663-E0DF-9728-0183BE7ED9BB}"/>
              </a:ext>
            </a:extLst>
          </p:cNvPr>
          <p:cNvGraphicFramePr>
            <a:graphicFrameLocks noGrp="1"/>
          </p:cNvGraphicFramePr>
          <p:nvPr>
            <p:extLst>
              <p:ext uri="{D42A27DB-BD31-4B8C-83A1-F6EECF244321}">
                <p14:modId xmlns:p14="http://schemas.microsoft.com/office/powerpoint/2010/main" val="128003545"/>
              </p:ext>
            </p:extLst>
          </p:nvPr>
        </p:nvGraphicFramePr>
        <p:xfrm>
          <a:off x="463709" y="192891"/>
          <a:ext cx="9127552" cy="612775"/>
        </p:xfrm>
        <a:graphic>
          <a:graphicData uri="http://schemas.openxmlformats.org/drawingml/2006/table">
            <a:tbl>
              <a:tblPr firstRow="1" bandRow="1">
                <a:tableStyleId>{327F97BB-C833-4FB7-BDE5-3F7075034690}</a:tableStyleId>
              </a:tblPr>
              <a:tblGrid>
                <a:gridCol w="9127552">
                  <a:extLst>
                    <a:ext uri="{9D8B030D-6E8A-4147-A177-3AD203B41FA5}">
                      <a16:colId xmlns:a16="http://schemas.microsoft.com/office/drawing/2014/main" val="625227949"/>
                    </a:ext>
                  </a:extLst>
                </a:gridCol>
              </a:tblGrid>
              <a:tr h="612775">
                <a:tc>
                  <a:txBody>
                    <a:bodyPr/>
                    <a:lstStyle/>
                    <a:p>
                      <a:r>
                        <a:rPr lang="en-IN" sz="3200" dirty="0"/>
                        <a:t>Data Preprocessing and Feature Engineering</a:t>
                      </a:r>
                    </a:p>
                  </a:txBody>
                  <a:tcPr/>
                </a:tc>
                <a:extLst>
                  <a:ext uri="{0D108BD9-81ED-4DB2-BD59-A6C34878D82A}">
                    <a16:rowId xmlns:a16="http://schemas.microsoft.com/office/drawing/2014/main" val="3987058852"/>
                  </a:ext>
                </a:extLst>
              </a:tr>
            </a:tbl>
          </a:graphicData>
        </a:graphic>
      </p:graphicFrame>
      <p:sp>
        <p:nvSpPr>
          <p:cNvPr id="5" name="Content Placeholder 4">
            <a:extLst>
              <a:ext uri="{FF2B5EF4-FFF2-40B4-BE49-F238E27FC236}">
                <a16:creationId xmlns:a16="http://schemas.microsoft.com/office/drawing/2014/main" id="{E1CD71F4-A052-ECBE-B262-80E5AC2660E2}"/>
              </a:ext>
            </a:extLst>
          </p:cNvPr>
          <p:cNvSpPr>
            <a:spLocks noGrp="1"/>
          </p:cNvSpPr>
          <p:nvPr>
            <p:ph idx="1"/>
          </p:nvPr>
        </p:nvSpPr>
        <p:spPr>
          <a:xfrm>
            <a:off x="687274" y="1594059"/>
            <a:ext cx="8596668" cy="3880773"/>
          </a:xfrm>
        </p:spPr>
        <p:txBody>
          <a:bodyPr/>
          <a:lstStyle/>
          <a:p>
            <a:r>
              <a:rPr lang="en-IN" sz="2000" b="1" u="sng" dirty="0"/>
              <a:t>Encoding Categorical Variables </a:t>
            </a:r>
            <a:r>
              <a:rPr lang="en-IN" sz="2000" u="sng" dirty="0"/>
              <a:t>:</a:t>
            </a:r>
          </a:p>
          <a:p>
            <a:pPr lvl="1"/>
            <a:r>
              <a:rPr lang="en-US" dirty="0"/>
              <a:t>Non-numeric columns such as product importance and gender were transformed using Label Encoding and Warehouse block and  Mode of Shipment were transformed using One-Hot Encoding for model compatibility.	</a:t>
            </a:r>
            <a:r>
              <a:rPr lang="en-IN" sz="1800" b="1" dirty="0"/>
              <a:t> </a:t>
            </a:r>
          </a:p>
          <a:p>
            <a:r>
              <a:rPr lang="en-IN" sz="2000" b="1" u="sng" dirty="0"/>
              <a:t> Dataset Balancing &amp; Splitting :</a:t>
            </a:r>
          </a:p>
          <a:p>
            <a:pPr lvl="1"/>
            <a:r>
              <a:rPr lang="en-US" dirty="0"/>
              <a:t>The data was checked for imbalance and then split into training and testing sets to prepare for model building(For KNN and Logistic Regression).</a:t>
            </a:r>
            <a:r>
              <a:rPr lang="en-IN" sz="1800" b="1" dirty="0"/>
              <a:t> </a:t>
            </a:r>
          </a:p>
          <a:p>
            <a:r>
              <a:rPr lang="en-IN" sz="2000" b="1" u="sng" dirty="0"/>
              <a:t>Feature Scaling:</a:t>
            </a:r>
          </a:p>
          <a:p>
            <a:pPr lvl="1"/>
            <a:r>
              <a:rPr lang="en-US" dirty="0"/>
              <a:t>Numerical features with wide value ranges were scaled (using StandardScaler) to improve model stability and convergence.</a:t>
            </a:r>
          </a:p>
          <a:p>
            <a:pPr lvl="1"/>
            <a:endParaRPr lang="en-US" dirty="0"/>
          </a:p>
          <a:p>
            <a:pPr lvl="1"/>
            <a:endParaRPr lang="en-US" dirty="0"/>
          </a:p>
          <a:p>
            <a:pPr lvl="2"/>
            <a:endParaRPr lang="en-US" dirty="0"/>
          </a:p>
          <a:p>
            <a:pPr lvl="1"/>
            <a:endParaRPr lang="en-US" dirty="0"/>
          </a:p>
        </p:txBody>
      </p:sp>
    </p:spTree>
    <p:extLst>
      <p:ext uri="{BB962C8B-B14F-4D97-AF65-F5344CB8AC3E}">
        <p14:creationId xmlns:p14="http://schemas.microsoft.com/office/powerpoint/2010/main" val="1085640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420464" y="147566"/>
            <a:ext cx="5107239" cy="1025251"/>
          </a:xfrm>
        </p:spPr>
        <p:style>
          <a:lnRef idx="0">
            <a:schemeClr val="accent5"/>
          </a:lnRef>
          <a:fillRef idx="3">
            <a:schemeClr val="accent5"/>
          </a:fillRef>
          <a:effectRef idx="3">
            <a:schemeClr val="accent5"/>
          </a:effectRef>
          <a:fontRef idx="minor">
            <a:schemeClr val="lt1"/>
          </a:fontRef>
        </p:style>
        <p:txBody>
          <a:bodyPr>
            <a:normAutofit fontScale="90000"/>
          </a:bodyPr>
          <a:lstStyle/>
          <a:p>
            <a:r>
              <a:rPr lang="en-IN" b="1" dirty="0">
                <a:solidFill>
                  <a:schemeClr val="bg1">
                    <a:lumMod val="95000"/>
                  </a:schemeClr>
                </a:solidFill>
              </a:rPr>
              <a:t>Model Building and Comparison</a:t>
            </a: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420464" y="1490870"/>
            <a:ext cx="5552952" cy="4691269"/>
          </a:xfrm>
        </p:spPr>
        <p:txBody>
          <a:bodyPr>
            <a:normAutofit/>
          </a:bodyPr>
          <a:lstStyle/>
          <a:p>
            <a:r>
              <a:rPr lang="en-IN" sz="2000" b="1" u="sng" dirty="0"/>
              <a:t>Model Used</a:t>
            </a:r>
          </a:p>
          <a:p>
            <a:pPr lvl="1"/>
            <a:r>
              <a:rPr lang="en-IN" dirty="0"/>
              <a:t>I applied </a:t>
            </a:r>
            <a:r>
              <a:rPr lang="en-IN" b="1" i="1" dirty="0"/>
              <a:t>Logistic</a:t>
            </a:r>
            <a:r>
              <a:rPr lang="en-IN" dirty="0"/>
              <a:t> </a:t>
            </a:r>
            <a:r>
              <a:rPr lang="en-IN" b="1" i="1" dirty="0"/>
              <a:t>Regression, Decision tree, Random Forest Classifier and K Nearest Neighbour(KNN) </a:t>
            </a:r>
            <a:r>
              <a:rPr lang="en-IN" dirty="0"/>
              <a:t>to predict the delivery is on time or late. </a:t>
            </a:r>
          </a:p>
          <a:p>
            <a:r>
              <a:rPr lang="en-IN" sz="2000" b="1" u="sng" dirty="0"/>
              <a:t>Classification Report</a:t>
            </a:r>
          </a:p>
          <a:p>
            <a:pPr lvl="1"/>
            <a:r>
              <a:rPr lang="en-IN" sz="1800" b="1" u="sng" dirty="0"/>
              <a:t>Accuracy</a:t>
            </a:r>
            <a:r>
              <a:rPr lang="en-IN" sz="1800" dirty="0"/>
              <a:t> – Shows the overall correctness of the model.</a:t>
            </a:r>
          </a:p>
          <a:p>
            <a:pPr lvl="1"/>
            <a:r>
              <a:rPr lang="en-IN" sz="1800" b="1" u="sng" dirty="0"/>
              <a:t>Precision</a:t>
            </a:r>
            <a:r>
              <a:rPr lang="en-IN" sz="1800" dirty="0"/>
              <a:t> – When you said something was positive, how often were you correct.</a:t>
            </a:r>
          </a:p>
          <a:p>
            <a:pPr lvl="1"/>
            <a:r>
              <a:rPr lang="en-IN" sz="1800" b="1" u="sng" dirty="0"/>
              <a:t>Recall</a:t>
            </a:r>
            <a:r>
              <a:rPr lang="en-IN" sz="1800" dirty="0"/>
              <a:t> – Out of all actual ‘On Time’ cases how many did the model manage to find.</a:t>
            </a:r>
          </a:p>
          <a:p>
            <a:pPr lvl="1"/>
            <a:r>
              <a:rPr lang="en-IN" sz="1800" b="1" u="sng" dirty="0"/>
              <a:t>F1</a:t>
            </a:r>
            <a:r>
              <a:rPr lang="en-IN" sz="1800" dirty="0"/>
              <a:t> </a:t>
            </a:r>
            <a:r>
              <a:rPr lang="en-IN" sz="1800" b="1" u="sng" dirty="0"/>
              <a:t>Score</a:t>
            </a:r>
            <a:r>
              <a:rPr lang="en-IN" sz="1800" dirty="0"/>
              <a:t> – A number that balances the precision and recall.</a:t>
            </a:r>
          </a:p>
          <a:p>
            <a:pPr marL="457200" lvl="1" indent="0">
              <a:buNone/>
            </a:pPr>
            <a:endParaRPr lang="en-IN" sz="1800" b="1" i="1" dirty="0"/>
          </a:p>
          <a:p>
            <a:pPr lvl="1"/>
            <a:endParaRPr lang="en-IN" sz="1800" b="1" i="1" dirty="0"/>
          </a:p>
        </p:txBody>
      </p:sp>
      <p:graphicFrame>
        <p:nvGraphicFramePr>
          <p:cNvPr id="8" name="Diagram 7">
            <a:extLst>
              <a:ext uri="{FF2B5EF4-FFF2-40B4-BE49-F238E27FC236}">
                <a16:creationId xmlns:a16="http://schemas.microsoft.com/office/drawing/2014/main" id="{AB0B0707-1ABC-5936-2C90-C1538BC5F30D}"/>
              </a:ext>
            </a:extLst>
          </p:cNvPr>
          <p:cNvGraphicFramePr/>
          <p:nvPr>
            <p:extLst>
              <p:ext uri="{D42A27DB-BD31-4B8C-83A1-F6EECF244321}">
                <p14:modId xmlns:p14="http://schemas.microsoft.com/office/powerpoint/2010/main" val="4135171974"/>
              </p:ext>
            </p:extLst>
          </p:nvPr>
        </p:nvGraphicFramePr>
        <p:xfrm>
          <a:off x="6218585" y="147566"/>
          <a:ext cx="5857457" cy="5905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4420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EDCBB-E3C5-8D12-6F53-C3371233A0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15C0A64-2FBC-8863-E18D-0C2AD4CE46E7}"/>
              </a:ext>
            </a:extLst>
          </p:cNvPr>
          <p:cNvSpPr>
            <a:spLocks noGrp="1"/>
          </p:cNvSpPr>
          <p:nvPr>
            <p:ph type="title"/>
          </p:nvPr>
        </p:nvSpPr>
        <p:spPr>
          <a:xfrm>
            <a:off x="678881" y="147566"/>
            <a:ext cx="10920084" cy="756895"/>
          </a:xfrm>
        </p:spPr>
        <p:style>
          <a:lnRef idx="0">
            <a:schemeClr val="accent5"/>
          </a:lnRef>
          <a:fillRef idx="3">
            <a:schemeClr val="accent5"/>
          </a:fillRef>
          <a:effectRef idx="3">
            <a:schemeClr val="accent5"/>
          </a:effectRef>
          <a:fontRef idx="minor">
            <a:schemeClr val="lt1"/>
          </a:fontRef>
        </p:style>
        <p:txBody>
          <a:bodyPr>
            <a:normAutofit/>
          </a:bodyPr>
          <a:lstStyle/>
          <a:p>
            <a:r>
              <a:rPr lang="en-IN" b="1" dirty="0">
                <a:solidFill>
                  <a:schemeClr val="bg1">
                    <a:lumMod val="95000"/>
                  </a:schemeClr>
                </a:solidFill>
              </a:rPr>
              <a:t>Model Building and Comparison(Visualisation)</a:t>
            </a:r>
          </a:p>
        </p:txBody>
      </p:sp>
      <p:pic>
        <p:nvPicPr>
          <p:cNvPr id="7" name="Picture 6">
            <a:extLst>
              <a:ext uri="{FF2B5EF4-FFF2-40B4-BE49-F238E27FC236}">
                <a16:creationId xmlns:a16="http://schemas.microsoft.com/office/drawing/2014/main" id="{EF8243DE-548F-5645-562A-9797AB737F74}"/>
              </a:ext>
            </a:extLst>
          </p:cNvPr>
          <p:cNvPicPr>
            <a:picLocks noChangeAspect="1"/>
          </p:cNvPicPr>
          <p:nvPr/>
        </p:nvPicPr>
        <p:blipFill>
          <a:blip r:embed="rId2"/>
          <a:stretch>
            <a:fillRect/>
          </a:stretch>
        </p:blipFill>
        <p:spPr>
          <a:xfrm>
            <a:off x="6709817" y="983974"/>
            <a:ext cx="4677027" cy="5068957"/>
          </a:xfrm>
          <a:prstGeom prst="rect">
            <a:avLst/>
          </a:prstGeom>
        </p:spPr>
      </p:pic>
      <p:pic>
        <p:nvPicPr>
          <p:cNvPr id="10" name="Picture 9">
            <a:extLst>
              <a:ext uri="{FF2B5EF4-FFF2-40B4-BE49-F238E27FC236}">
                <a16:creationId xmlns:a16="http://schemas.microsoft.com/office/drawing/2014/main" id="{03D08980-8492-4DA1-4A4A-5F42920CF977}"/>
              </a:ext>
            </a:extLst>
          </p:cNvPr>
          <p:cNvPicPr>
            <a:picLocks noChangeAspect="1"/>
          </p:cNvPicPr>
          <p:nvPr/>
        </p:nvPicPr>
        <p:blipFill>
          <a:blip r:embed="rId3"/>
          <a:stretch>
            <a:fillRect/>
          </a:stretch>
        </p:blipFill>
        <p:spPr>
          <a:xfrm>
            <a:off x="678880" y="1101430"/>
            <a:ext cx="5417119" cy="4822292"/>
          </a:xfrm>
          <a:prstGeom prst="rect">
            <a:avLst/>
          </a:prstGeom>
          <a:ln>
            <a:solidFill>
              <a:schemeClr val="tx1"/>
            </a:solidFill>
          </a:ln>
        </p:spPr>
      </p:pic>
    </p:spTree>
    <p:extLst>
      <p:ext uri="{BB962C8B-B14F-4D97-AF65-F5344CB8AC3E}">
        <p14:creationId xmlns:p14="http://schemas.microsoft.com/office/powerpoint/2010/main" val="4097080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BED61-C37C-20A9-BB03-D674C4E975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ECEAB2-47AC-7E64-A70B-1DDC420E368A}"/>
              </a:ext>
            </a:extLst>
          </p:cNvPr>
          <p:cNvSpPr>
            <a:spLocks noGrp="1"/>
          </p:cNvSpPr>
          <p:nvPr>
            <p:ph type="title"/>
          </p:nvPr>
        </p:nvSpPr>
        <p:spPr>
          <a:xfrm>
            <a:off x="678881" y="162473"/>
            <a:ext cx="10433067" cy="727077"/>
          </a:xfrm>
        </p:spPr>
        <p:style>
          <a:lnRef idx="0">
            <a:schemeClr val="accent5"/>
          </a:lnRef>
          <a:fillRef idx="3">
            <a:schemeClr val="accent5"/>
          </a:fillRef>
          <a:effectRef idx="3">
            <a:schemeClr val="accent5"/>
          </a:effectRef>
          <a:fontRef idx="minor">
            <a:schemeClr val="lt1"/>
          </a:fontRef>
        </p:style>
        <p:txBody>
          <a:bodyPr>
            <a:normAutofit/>
          </a:bodyPr>
          <a:lstStyle/>
          <a:p>
            <a:r>
              <a:rPr lang="en-IN" b="1" dirty="0">
                <a:solidFill>
                  <a:schemeClr val="bg1">
                    <a:lumMod val="95000"/>
                  </a:schemeClr>
                </a:solidFill>
              </a:rPr>
              <a:t>Feature Importance of Best Model</a:t>
            </a:r>
          </a:p>
        </p:txBody>
      </p:sp>
      <p:sp>
        <p:nvSpPr>
          <p:cNvPr id="6" name="Content Placeholder 5">
            <a:extLst>
              <a:ext uri="{FF2B5EF4-FFF2-40B4-BE49-F238E27FC236}">
                <a16:creationId xmlns:a16="http://schemas.microsoft.com/office/drawing/2014/main" id="{4D989A4E-8934-E54A-9A9E-3CF5E7E0F0C7}"/>
              </a:ext>
            </a:extLst>
          </p:cNvPr>
          <p:cNvSpPr>
            <a:spLocks noGrp="1"/>
          </p:cNvSpPr>
          <p:nvPr>
            <p:ph idx="1"/>
          </p:nvPr>
        </p:nvSpPr>
        <p:spPr/>
        <p:txBody>
          <a:bodyPr/>
          <a:lstStyle/>
          <a:p>
            <a:r>
              <a:rPr lang="en-IN" dirty="0"/>
              <a:t>Discount offer is the most important feature to predict the delivery delays.</a:t>
            </a:r>
          </a:p>
          <a:p>
            <a:pPr marL="0" indent="0">
              <a:buNone/>
            </a:pPr>
            <a:endParaRPr lang="en-IN" dirty="0"/>
          </a:p>
          <a:p>
            <a:r>
              <a:rPr lang="en-IN" dirty="0"/>
              <a:t>Weight in gms and cost of the products are the most influential feature where as gender, warehouse block, mode of shipment have minimal impact on models prediction.</a:t>
            </a:r>
          </a:p>
          <a:p>
            <a:pPr marL="0" indent="0">
              <a:buNone/>
            </a:pPr>
            <a:endParaRPr lang="en-IN" dirty="0"/>
          </a:p>
          <a:p>
            <a:r>
              <a:rPr lang="en-IN" dirty="0"/>
              <a:t>Prior purchase and customer care call have moderate importance to models prediction.</a:t>
            </a:r>
          </a:p>
        </p:txBody>
      </p:sp>
      <p:pic>
        <p:nvPicPr>
          <p:cNvPr id="9" name="Picture 8">
            <a:extLst>
              <a:ext uri="{FF2B5EF4-FFF2-40B4-BE49-F238E27FC236}">
                <a16:creationId xmlns:a16="http://schemas.microsoft.com/office/drawing/2014/main" id="{207A7747-BC1B-4DA6-2266-B74FDCA5C09E}"/>
              </a:ext>
            </a:extLst>
          </p:cNvPr>
          <p:cNvPicPr>
            <a:picLocks noChangeAspect="1"/>
          </p:cNvPicPr>
          <p:nvPr/>
        </p:nvPicPr>
        <p:blipFill>
          <a:blip r:embed="rId2"/>
          <a:stretch>
            <a:fillRect/>
          </a:stretch>
        </p:blipFill>
        <p:spPr>
          <a:xfrm>
            <a:off x="6095999" y="1272209"/>
            <a:ext cx="6096001" cy="4696241"/>
          </a:xfrm>
          <a:prstGeom prst="rect">
            <a:avLst/>
          </a:prstGeom>
        </p:spPr>
      </p:pic>
    </p:spTree>
    <p:extLst>
      <p:ext uri="{BB962C8B-B14F-4D97-AF65-F5344CB8AC3E}">
        <p14:creationId xmlns:p14="http://schemas.microsoft.com/office/powerpoint/2010/main" val="1097350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B3388-75BA-97BF-4AD6-4FBA33EE25FF}"/>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983A31D-D102-01C7-3CDD-F65AC93996AC}"/>
              </a:ext>
            </a:extLst>
          </p:cNvPr>
          <p:cNvGraphicFramePr>
            <a:graphicFrameLocks noGrp="1"/>
          </p:cNvGraphicFramePr>
          <p:nvPr>
            <p:extLst>
              <p:ext uri="{D42A27DB-BD31-4B8C-83A1-F6EECF244321}">
                <p14:modId xmlns:p14="http://schemas.microsoft.com/office/powerpoint/2010/main" val="3272678715"/>
              </p:ext>
            </p:extLst>
          </p:nvPr>
        </p:nvGraphicFramePr>
        <p:xfrm>
          <a:off x="463709" y="173013"/>
          <a:ext cx="9117613" cy="612775"/>
        </p:xfrm>
        <a:graphic>
          <a:graphicData uri="http://schemas.openxmlformats.org/drawingml/2006/table">
            <a:tbl>
              <a:tblPr firstRow="1" bandRow="1">
                <a:tableStyleId>{327F97BB-C833-4FB7-BDE5-3F7075034690}</a:tableStyleId>
              </a:tblPr>
              <a:tblGrid>
                <a:gridCol w="9117613">
                  <a:extLst>
                    <a:ext uri="{9D8B030D-6E8A-4147-A177-3AD203B41FA5}">
                      <a16:colId xmlns:a16="http://schemas.microsoft.com/office/drawing/2014/main" val="625227949"/>
                    </a:ext>
                  </a:extLst>
                </a:gridCol>
              </a:tblGrid>
              <a:tr h="612775">
                <a:tc>
                  <a:txBody>
                    <a:bodyPr/>
                    <a:lstStyle/>
                    <a:p>
                      <a:pPr algn="ctr"/>
                      <a:r>
                        <a:rPr lang="en-IN" sz="3200" dirty="0"/>
                        <a:t>Conclusion and Recommendation</a:t>
                      </a:r>
                    </a:p>
                  </a:txBody>
                  <a:tcPr/>
                </a:tc>
                <a:extLst>
                  <a:ext uri="{0D108BD9-81ED-4DB2-BD59-A6C34878D82A}">
                    <a16:rowId xmlns:a16="http://schemas.microsoft.com/office/drawing/2014/main" val="3987058852"/>
                  </a:ext>
                </a:extLst>
              </a:tr>
            </a:tbl>
          </a:graphicData>
        </a:graphic>
      </p:graphicFrame>
      <p:sp>
        <p:nvSpPr>
          <p:cNvPr id="3" name="Content Placeholder 2">
            <a:extLst>
              <a:ext uri="{FF2B5EF4-FFF2-40B4-BE49-F238E27FC236}">
                <a16:creationId xmlns:a16="http://schemas.microsoft.com/office/drawing/2014/main" id="{25C9ACD1-BF04-8AFB-E5FF-D78FA2452782}"/>
              </a:ext>
            </a:extLst>
          </p:cNvPr>
          <p:cNvSpPr>
            <a:spLocks noGrp="1"/>
          </p:cNvSpPr>
          <p:nvPr>
            <p:ph idx="1"/>
          </p:nvPr>
        </p:nvSpPr>
        <p:spPr>
          <a:xfrm>
            <a:off x="463709" y="1266067"/>
            <a:ext cx="8918830" cy="4876315"/>
          </a:xfrm>
        </p:spPr>
        <p:txBody>
          <a:bodyPr>
            <a:normAutofit/>
          </a:bodyPr>
          <a:lstStyle/>
          <a:p>
            <a:r>
              <a:rPr lang="en-IN" sz="2400" b="1" u="sng" dirty="0"/>
              <a:t>Conclusion</a:t>
            </a:r>
            <a:r>
              <a:rPr lang="en-IN" dirty="0"/>
              <a:t> :</a:t>
            </a:r>
            <a:r>
              <a:rPr lang="en-US" dirty="0"/>
              <a:t>The most significant predictors of a late delivery are the Discount Offered and the Weight of the product, whereas Customer Gender and Product Importance had minimal impact.</a:t>
            </a:r>
          </a:p>
          <a:p>
            <a:r>
              <a:rPr lang="en-US" sz="2400" b="1" u="sng" dirty="0">
                <a:solidFill>
                  <a:schemeClr val="tx1"/>
                </a:solidFill>
              </a:rPr>
              <a:t>Recommendation</a:t>
            </a:r>
            <a:r>
              <a:rPr lang="en-US" sz="2000" dirty="0"/>
              <a:t> :</a:t>
            </a:r>
            <a:r>
              <a:rPr lang="en-IN" dirty="0"/>
              <a:t>						</a:t>
            </a:r>
          </a:p>
        </p:txBody>
      </p:sp>
      <p:sp>
        <p:nvSpPr>
          <p:cNvPr id="2" name="TextBox 1">
            <a:extLst>
              <a:ext uri="{FF2B5EF4-FFF2-40B4-BE49-F238E27FC236}">
                <a16:creationId xmlns:a16="http://schemas.microsoft.com/office/drawing/2014/main" id="{66214567-C6EF-74C1-80EB-98D5F49D39FA}"/>
              </a:ext>
            </a:extLst>
          </p:cNvPr>
          <p:cNvSpPr txBox="1"/>
          <p:nvPr/>
        </p:nvSpPr>
        <p:spPr>
          <a:xfrm>
            <a:off x="864703" y="2950723"/>
            <a:ext cx="8517836" cy="1107996"/>
          </a:xfrm>
          <a:prstGeom prst="rect">
            <a:avLst/>
          </a:prstGeom>
          <a:noFill/>
        </p:spPr>
        <p:txBody>
          <a:bodyPr wrap="square" rtlCol="0">
            <a:spAutoFit/>
          </a:bodyPr>
          <a:lstStyle/>
          <a:p>
            <a:r>
              <a:rPr lang="en-US" b="1" u="sng" dirty="0"/>
              <a:t>Business Impact</a:t>
            </a:r>
            <a:r>
              <a:rPr lang="en-US" dirty="0"/>
              <a:t> :				                   </a:t>
            </a:r>
            <a:endParaRPr lang="en-IN" dirty="0"/>
          </a:p>
          <a:p>
            <a:pPr marL="342900" indent="-342900">
              <a:buAutoNum type="arabicPeriod"/>
            </a:pPr>
            <a:r>
              <a:rPr lang="en-US" sz="1600" dirty="0"/>
              <a:t> Create a Priority lane in the warehouse for items tagged High Importance so they move faster.</a:t>
            </a:r>
          </a:p>
          <a:p>
            <a:pPr marL="342900" indent="-342900">
              <a:buAutoNum type="arabicPeriod"/>
            </a:pPr>
            <a:r>
              <a:rPr lang="en-US" sz="1600" dirty="0"/>
              <a:t>Route all High Importance items only through Blocks A and C.</a:t>
            </a:r>
          </a:p>
        </p:txBody>
      </p:sp>
      <p:sp>
        <p:nvSpPr>
          <p:cNvPr id="7" name="TextBox 6">
            <a:extLst>
              <a:ext uri="{FF2B5EF4-FFF2-40B4-BE49-F238E27FC236}">
                <a16:creationId xmlns:a16="http://schemas.microsoft.com/office/drawing/2014/main" id="{9841A2A3-C7A7-2DC1-3190-52E8AEAFAC15}"/>
              </a:ext>
            </a:extLst>
          </p:cNvPr>
          <p:cNvSpPr txBox="1"/>
          <p:nvPr/>
        </p:nvSpPr>
        <p:spPr>
          <a:xfrm>
            <a:off x="864703" y="4300331"/>
            <a:ext cx="8378688" cy="1600438"/>
          </a:xfrm>
          <a:prstGeom prst="rect">
            <a:avLst/>
          </a:prstGeom>
          <a:noFill/>
        </p:spPr>
        <p:txBody>
          <a:bodyPr wrap="square" rtlCol="0">
            <a:spAutoFit/>
          </a:bodyPr>
          <a:lstStyle/>
          <a:p>
            <a:r>
              <a:rPr lang="en-IN" b="1" u="sng" dirty="0"/>
              <a:t>Cost Impact</a:t>
            </a:r>
            <a:r>
              <a:rPr lang="en-IN" dirty="0"/>
              <a:t> : </a:t>
            </a:r>
          </a:p>
          <a:p>
            <a:pPr marL="342900" indent="-342900">
              <a:buAutoNum type="arabicPeriod"/>
            </a:pPr>
            <a:r>
              <a:rPr lang="en-IN" sz="1600" dirty="0"/>
              <a:t>Try to shift the product by road and ship Because flight shipment are costlier</a:t>
            </a:r>
            <a:r>
              <a:rPr lang="en-IN" sz="1600"/>
              <a:t>/complex </a:t>
            </a:r>
            <a:r>
              <a:rPr lang="en-IN" sz="1600" dirty="0"/>
              <a:t>and do not deliver the product in proper time.</a:t>
            </a:r>
          </a:p>
          <a:p>
            <a:endParaRPr lang="en-IN" sz="1600" dirty="0"/>
          </a:p>
          <a:p>
            <a:r>
              <a:rPr lang="en-IN" sz="1600" dirty="0"/>
              <a:t>2.   Try to fix the discount  logistics cause hight discount are always deliver late delivery and it is also effecting companies revenue.</a:t>
            </a:r>
          </a:p>
        </p:txBody>
      </p:sp>
    </p:spTree>
    <p:extLst>
      <p:ext uri="{BB962C8B-B14F-4D97-AF65-F5344CB8AC3E}">
        <p14:creationId xmlns:p14="http://schemas.microsoft.com/office/powerpoint/2010/main" val="460909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8014</TotalTime>
  <Words>585</Words>
  <Application>Microsoft Office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Franklin Gothic Heavy</vt:lpstr>
      <vt:lpstr>Trebuchet MS</vt:lpstr>
      <vt:lpstr>Wingdings 3</vt:lpstr>
      <vt:lpstr>Facet</vt:lpstr>
      <vt:lpstr>PowerPoint Presentation</vt:lpstr>
      <vt:lpstr>PowerPoint Presentation</vt:lpstr>
      <vt:lpstr>PowerPoint Presentation</vt:lpstr>
      <vt:lpstr>PowerPoint Presentation</vt:lpstr>
      <vt:lpstr>PowerPoint Presentation</vt:lpstr>
      <vt:lpstr>Model Building and Comparison</vt:lpstr>
      <vt:lpstr>Model Building and Comparison(Visualisation)</vt:lpstr>
      <vt:lpstr>Feature Importance of Best Model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Ankush Shyamal</cp:lastModifiedBy>
  <cp:revision>2273</cp:revision>
  <dcterms:created xsi:type="dcterms:W3CDTF">2020-12-23T13:36:00Z</dcterms:created>
  <dcterms:modified xsi:type="dcterms:W3CDTF">2025-12-04T14:02:38Z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